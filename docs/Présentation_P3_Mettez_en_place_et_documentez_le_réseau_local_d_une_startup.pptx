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93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854E67-01FE-43B6-8926-745806185342}" v="1" dt="2024-10-06T16:57:10.5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muel Pelage" userId="54db4591437a0f12" providerId="Windows Live" clId="Web-{EBA77DEF-8443-436C-AEE1-E202C4D8775C}"/>
    <pc:docChg chg="modSld">
      <pc:chgData name="Samuel Pelage" userId="54db4591437a0f12" providerId="Windows Live" clId="Web-{EBA77DEF-8443-436C-AEE1-E202C4D8775C}" dt="2024-09-28T21:08:37.356" v="6" actId="20577"/>
      <pc:docMkLst>
        <pc:docMk/>
      </pc:docMkLst>
      <pc:sldChg chg="modSp">
        <pc:chgData name="Samuel Pelage" userId="54db4591437a0f12" providerId="Windows Live" clId="Web-{EBA77DEF-8443-436C-AEE1-E202C4D8775C}" dt="2024-09-28T21:08:37.356" v="6" actId="20577"/>
        <pc:sldMkLst>
          <pc:docMk/>
          <pc:sldMk cId="3811113537" sldId="259"/>
        </pc:sldMkLst>
        <pc:spChg chg="mod">
          <ac:chgData name="Samuel Pelage" userId="54db4591437a0f12" providerId="Windows Live" clId="Web-{EBA77DEF-8443-436C-AEE1-E202C4D8775C}" dt="2024-09-28T21:08:37.356" v="6" actId="20577"/>
          <ac:spMkLst>
            <pc:docMk/>
            <pc:sldMk cId="3811113537" sldId="259"/>
            <ac:spMk id="2" creationId="{BABD982D-F034-0E12-7E61-D78FA47D8F1B}"/>
          </ac:spMkLst>
        </pc:spChg>
      </pc:sldChg>
    </pc:docChg>
  </pc:docChgLst>
  <pc:docChgLst>
    <pc:chgData name="Samuel Pelage" userId="54db4591437a0f12" providerId="Windows Live" clId="Web-{CF04C8AC-7594-434B-8282-507896599575}"/>
    <pc:docChg chg="modSld addMainMaster delMainMaster">
      <pc:chgData name="Samuel Pelage" userId="54db4591437a0f12" providerId="Windows Live" clId="Web-{CF04C8AC-7594-434B-8282-507896599575}" dt="2024-09-11T15:07:16.162" v="13"/>
      <pc:docMkLst>
        <pc:docMk/>
      </pc:docMkLst>
      <pc:sldChg chg="modSp mod modClrScheme chgLayout">
        <pc:chgData name="Samuel Pelage" userId="54db4591437a0f12" providerId="Windows Live" clId="Web-{CF04C8AC-7594-434B-8282-507896599575}" dt="2024-09-11T15:07:16.162" v="13"/>
        <pc:sldMkLst>
          <pc:docMk/>
          <pc:sldMk cId="3784089036" sldId="256"/>
        </pc:sldMkLst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3784089036" sldId="256"/>
            <ac:spMk id="2" creationId="{00000000-0000-0000-0000-000000000000}"/>
          </ac:spMkLst>
        </pc:spChg>
      </pc:sldChg>
      <pc:sldChg chg="modSp mod modClrScheme chgLayout">
        <pc:chgData name="Samuel Pelage" userId="54db4591437a0f12" providerId="Windows Live" clId="Web-{CF04C8AC-7594-434B-8282-507896599575}" dt="2024-09-11T15:07:16.162" v="13"/>
        <pc:sldMkLst>
          <pc:docMk/>
          <pc:sldMk cId="3341543836" sldId="257"/>
        </pc:sldMkLst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3341543836" sldId="257"/>
            <ac:spMk id="2" creationId="{00BD3F84-8AE5-89A1-B33E-E7C8A9152E0F}"/>
          </ac:spMkLst>
        </pc:spChg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3341543836" sldId="257"/>
            <ac:spMk id="3" creationId="{D955C49A-0C19-A809-4E7E-1DA6B49A98A4}"/>
          </ac:spMkLst>
        </pc:spChg>
      </pc:sldChg>
      <pc:sldChg chg="modSp mod modClrScheme chgLayout">
        <pc:chgData name="Samuel Pelage" userId="54db4591437a0f12" providerId="Windows Live" clId="Web-{CF04C8AC-7594-434B-8282-507896599575}" dt="2024-09-11T15:07:16.162" v="13"/>
        <pc:sldMkLst>
          <pc:docMk/>
          <pc:sldMk cId="1106552212" sldId="258"/>
        </pc:sldMkLst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1106552212" sldId="258"/>
            <ac:spMk id="2" creationId="{9BF8ED54-2D97-4838-AF73-AE6B2D4F8716}"/>
          </ac:spMkLst>
        </pc:spChg>
        <pc:picChg chg="mod ord">
          <ac:chgData name="Samuel Pelage" userId="54db4591437a0f12" providerId="Windows Live" clId="Web-{CF04C8AC-7594-434B-8282-507896599575}" dt="2024-09-11T15:07:16.162" v="13"/>
          <ac:picMkLst>
            <pc:docMk/>
            <pc:sldMk cId="1106552212" sldId="258"/>
            <ac:picMk id="4" creationId="{92EE4E17-CCB3-875F-8802-E8A7539AC4D3}"/>
          </ac:picMkLst>
        </pc:picChg>
      </pc:sldChg>
      <pc:sldChg chg="modSp mod modClrScheme chgLayout">
        <pc:chgData name="Samuel Pelage" userId="54db4591437a0f12" providerId="Windows Live" clId="Web-{CF04C8AC-7594-434B-8282-507896599575}" dt="2024-09-11T15:07:16.162" v="13"/>
        <pc:sldMkLst>
          <pc:docMk/>
          <pc:sldMk cId="476983193" sldId="259"/>
        </pc:sldMkLst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476983193" sldId="259"/>
            <ac:spMk id="2" creationId="{726678A5-88BA-849E-5D50-58F1382BFFA3}"/>
          </ac:spMkLst>
        </pc:spChg>
        <pc:picChg chg="mod ord">
          <ac:chgData name="Samuel Pelage" userId="54db4591437a0f12" providerId="Windows Live" clId="Web-{CF04C8AC-7594-434B-8282-507896599575}" dt="2024-09-11T15:07:16.162" v="13"/>
          <ac:picMkLst>
            <pc:docMk/>
            <pc:sldMk cId="476983193" sldId="259"/>
            <ac:picMk id="4" creationId="{7E927929-0FCE-50EE-BEAD-EDCAA70FAD5F}"/>
          </ac:picMkLst>
        </pc:picChg>
      </pc:sldChg>
      <pc:sldChg chg="modSp mod modClrScheme chgLayout">
        <pc:chgData name="Samuel Pelage" userId="54db4591437a0f12" providerId="Windows Live" clId="Web-{CF04C8AC-7594-434B-8282-507896599575}" dt="2024-09-11T15:07:16.162" v="13"/>
        <pc:sldMkLst>
          <pc:docMk/>
          <pc:sldMk cId="3118320059" sldId="260"/>
        </pc:sldMkLst>
        <pc:spChg chg="mod ord">
          <ac:chgData name="Samuel Pelage" userId="54db4591437a0f12" providerId="Windows Live" clId="Web-{CF04C8AC-7594-434B-8282-507896599575}" dt="2024-09-11T15:07:16.162" v="13"/>
          <ac:spMkLst>
            <pc:docMk/>
            <pc:sldMk cId="3118320059" sldId="260"/>
            <ac:spMk id="2" creationId="{E7460FAA-A62E-1BB4-9FE7-E4E293FBABE9}"/>
          </ac:spMkLst>
        </pc:spChg>
        <pc:picChg chg="mod ord">
          <ac:chgData name="Samuel Pelage" userId="54db4591437a0f12" providerId="Windows Live" clId="Web-{CF04C8AC-7594-434B-8282-507896599575}" dt="2024-09-11T15:07:16.162" v="13"/>
          <ac:picMkLst>
            <pc:docMk/>
            <pc:sldMk cId="3118320059" sldId="260"/>
            <ac:picMk id="4" creationId="{D43A5D94-4D52-2D6F-ADEF-07287E754E41}"/>
          </ac:picMkLst>
        </pc:picChg>
      </pc:sldChg>
      <pc:sldMasterChg chg="del delSldLayout">
        <pc:chgData name="Samuel Pelage" userId="54db4591437a0f12" providerId="Windows Live" clId="Web-{CF04C8AC-7594-434B-8282-507896599575}" dt="2024-09-11T15:07:16.162" v="13"/>
        <pc:sldMasterMkLst>
          <pc:docMk/>
          <pc:sldMasterMk cId="1905786490" sldId="2147483660"/>
        </pc:sldMasterMkLst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1344766166" sldId="2147483661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686667084" sldId="2147483662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2693283088" sldId="2147483663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3882737674" sldId="2147483664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164693676" sldId="2147483665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1664331473" sldId="2147483666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2470661899" sldId="2147483667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3634505865" sldId="2147483668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4107175560" sldId="2147483669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765521337" sldId="2147483670"/>
          </pc:sldLayoutMkLst>
        </pc:sldLayoutChg>
        <pc:sldLayoutChg chg="del">
          <pc:chgData name="Samuel Pelage" userId="54db4591437a0f12" providerId="Windows Live" clId="Web-{CF04C8AC-7594-434B-8282-507896599575}" dt="2024-09-11T15:07:16.162" v="13"/>
          <pc:sldLayoutMkLst>
            <pc:docMk/>
            <pc:sldMasterMk cId="1905786490" sldId="2147483660"/>
            <pc:sldLayoutMk cId="2684795110" sldId="2147483671"/>
          </pc:sldLayoutMkLst>
        </pc:sldLayoutChg>
      </pc:sldMasterChg>
      <pc:sldMasterChg chg="add addSldLayout modSldLayout">
        <pc:chgData name="Samuel Pelage" userId="54db4591437a0f12" providerId="Windows Live" clId="Web-{CF04C8AC-7594-434B-8282-507896599575}" dt="2024-09-11T15:07:16.162" v="13"/>
        <pc:sldMasterMkLst>
          <pc:docMk/>
          <pc:sldMasterMk cId="2039944001" sldId="2147483672"/>
        </pc:sldMasterMkLst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3335418787" sldId="2147483673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2111244948" sldId="2147483674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139899280" sldId="2147483675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2541476314" sldId="2147483676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3321580233" sldId="2147483677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2808634526" sldId="2147483678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2301036025" sldId="2147483679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4106779197" sldId="2147483680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3614357518" sldId="2147483681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2745235850" sldId="2147483682"/>
          </pc:sldLayoutMkLst>
        </pc:sldLayoutChg>
        <pc:sldLayoutChg chg="add mod replId">
          <pc:chgData name="Samuel Pelage" userId="54db4591437a0f12" providerId="Windows Live" clId="Web-{CF04C8AC-7594-434B-8282-507896599575}" dt="2024-09-11T15:07:16.162" v="13"/>
          <pc:sldLayoutMkLst>
            <pc:docMk/>
            <pc:sldMasterMk cId="2039944001" sldId="2147483672"/>
            <pc:sldLayoutMk cId="3174252727" sldId="2147483683"/>
          </pc:sldLayoutMkLst>
        </pc:sldLayoutChg>
      </pc:sldMasterChg>
    </pc:docChg>
  </pc:docChgLst>
  <pc:docChgLst>
    <pc:chgData name="Samuel Pelage" userId="54db4591437a0f12" providerId="Windows Live" clId="Web-{F2854E67-01FE-43B6-8926-745806185342}"/>
    <pc:docChg chg="modSld">
      <pc:chgData name="Samuel Pelage" userId="54db4591437a0f12" providerId="Windows Live" clId="Web-{F2854E67-01FE-43B6-8926-745806185342}" dt="2024-10-06T16:57:10.512" v="0" actId="1076"/>
      <pc:docMkLst>
        <pc:docMk/>
      </pc:docMkLst>
      <pc:sldChg chg="modSp">
        <pc:chgData name="Samuel Pelage" userId="54db4591437a0f12" providerId="Windows Live" clId="Web-{F2854E67-01FE-43B6-8926-745806185342}" dt="2024-10-06T16:57:10.512" v="0" actId="1076"/>
        <pc:sldMkLst>
          <pc:docMk/>
          <pc:sldMk cId="248408928" sldId="258"/>
        </pc:sldMkLst>
        <pc:picChg chg="mod">
          <ac:chgData name="Samuel Pelage" userId="54db4591437a0f12" providerId="Windows Live" clId="Web-{F2854E67-01FE-43B6-8926-745806185342}" dt="2024-10-06T16:57:10.512" v="0" actId="1076"/>
          <ac:picMkLst>
            <pc:docMk/>
            <pc:sldMk cId="248408928" sldId="258"/>
            <ac:picMk id="6" creationId="{557832E0-532E-09BC-DB8F-C264C57FF693}"/>
          </ac:picMkLst>
        </pc:picChg>
      </pc:sldChg>
    </pc:docChg>
  </pc:docChgLst>
  <pc:docChgLst>
    <pc:chgData name="Samuel Pelage" userId="54db4591437a0f12" providerId="Windows Live" clId="Web-{D41DA13C-7F2F-45B5-A413-E21EBD0ABAD6}"/>
    <pc:docChg chg="modSld">
      <pc:chgData name="Samuel Pelage" userId="54db4591437a0f12" providerId="Windows Live" clId="Web-{D41DA13C-7F2F-45B5-A413-E21EBD0ABAD6}" dt="2024-10-02T13:58:18.921" v="5"/>
      <pc:docMkLst>
        <pc:docMk/>
      </pc:docMkLst>
      <pc:sldChg chg="modSp">
        <pc:chgData name="Samuel Pelage" userId="54db4591437a0f12" providerId="Windows Live" clId="Web-{D41DA13C-7F2F-45B5-A413-E21EBD0ABAD6}" dt="2024-10-02T13:49:04.478" v="3"/>
        <pc:sldMkLst>
          <pc:docMk/>
          <pc:sldMk cId="248408928" sldId="258"/>
        </pc:sldMkLst>
        <pc:picChg chg="mod">
          <ac:chgData name="Samuel Pelage" userId="54db4591437a0f12" providerId="Windows Live" clId="Web-{D41DA13C-7F2F-45B5-A413-E21EBD0ABAD6}" dt="2024-10-02T13:49:04.478" v="3"/>
          <ac:picMkLst>
            <pc:docMk/>
            <pc:sldMk cId="248408928" sldId="258"/>
            <ac:picMk id="4" creationId="{119E5E74-D4D1-57C0-1892-A49F4F5C482A}"/>
          </ac:picMkLst>
        </pc:picChg>
      </pc:sldChg>
      <pc:sldChg chg="addSp delSp modSp">
        <pc:chgData name="Samuel Pelage" userId="54db4591437a0f12" providerId="Windows Live" clId="Web-{D41DA13C-7F2F-45B5-A413-E21EBD0ABAD6}" dt="2024-10-02T13:57:57.310" v="4"/>
        <pc:sldMkLst>
          <pc:docMk/>
          <pc:sldMk cId="3811113537" sldId="259"/>
        </pc:sldMkLst>
        <pc:spChg chg="add del mod">
          <ac:chgData name="Samuel Pelage" userId="54db4591437a0f12" providerId="Windows Live" clId="Web-{D41DA13C-7F2F-45B5-A413-E21EBD0ABAD6}" dt="2024-10-02T13:57:57.310" v="4"/>
          <ac:spMkLst>
            <pc:docMk/>
            <pc:sldMk cId="3811113537" sldId="259"/>
            <ac:spMk id="5" creationId="{63E1373B-1A41-8BCB-86FF-AC2523EA062B}"/>
          </ac:spMkLst>
        </pc:spChg>
        <pc:picChg chg="del">
          <ac:chgData name="Samuel Pelage" userId="54db4591437a0f12" providerId="Windows Live" clId="Web-{D41DA13C-7F2F-45B5-A413-E21EBD0ABAD6}" dt="2024-10-02T13:44:28.304" v="1"/>
          <ac:picMkLst>
            <pc:docMk/>
            <pc:sldMk cId="3811113537" sldId="259"/>
            <ac:picMk id="4" creationId="{D97CD984-499A-3B67-6301-66B5B9718C90}"/>
          </ac:picMkLst>
        </pc:picChg>
        <pc:picChg chg="add mod ord">
          <ac:chgData name="Samuel Pelage" userId="54db4591437a0f12" providerId="Windows Live" clId="Web-{D41DA13C-7F2F-45B5-A413-E21EBD0ABAD6}" dt="2024-10-02T13:57:57.310" v="4"/>
          <ac:picMkLst>
            <pc:docMk/>
            <pc:sldMk cId="3811113537" sldId="259"/>
            <ac:picMk id="6" creationId="{471F0B33-00DC-7E19-946E-1651A058AB6A}"/>
          </ac:picMkLst>
        </pc:picChg>
      </pc:sldChg>
      <pc:sldChg chg="addSp delSp modSp">
        <pc:chgData name="Samuel Pelage" userId="54db4591437a0f12" providerId="Windows Live" clId="Web-{D41DA13C-7F2F-45B5-A413-E21EBD0ABAD6}" dt="2024-10-02T13:58:18.921" v="5"/>
        <pc:sldMkLst>
          <pc:docMk/>
          <pc:sldMk cId="3184920760" sldId="260"/>
        </pc:sldMkLst>
        <pc:spChg chg="add del mod">
          <ac:chgData name="Samuel Pelage" userId="54db4591437a0f12" providerId="Windows Live" clId="Web-{D41DA13C-7F2F-45B5-A413-E21EBD0ABAD6}" dt="2024-10-02T13:58:18.921" v="5"/>
          <ac:spMkLst>
            <pc:docMk/>
            <pc:sldMk cId="3184920760" sldId="260"/>
            <ac:spMk id="5" creationId="{A480ACA9-501A-6E99-74FF-C170921F40E2}"/>
          </ac:spMkLst>
        </pc:spChg>
        <pc:picChg chg="del">
          <ac:chgData name="Samuel Pelage" userId="54db4591437a0f12" providerId="Windows Live" clId="Web-{D41DA13C-7F2F-45B5-A413-E21EBD0ABAD6}" dt="2024-10-02T13:44:24.569" v="0"/>
          <ac:picMkLst>
            <pc:docMk/>
            <pc:sldMk cId="3184920760" sldId="260"/>
            <ac:picMk id="4" creationId="{F9A77221-507B-1083-EAB5-C6705BECBF07}"/>
          </ac:picMkLst>
        </pc:picChg>
        <pc:picChg chg="add mod ord">
          <ac:chgData name="Samuel Pelage" userId="54db4591437a0f12" providerId="Windows Live" clId="Web-{D41DA13C-7F2F-45B5-A413-E21EBD0ABAD6}" dt="2024-10-02T13:58:18.921" v="5"/>
          <ac:picMkLst>
            <pc:docMk/>
            <pc:sldMk cId="3184920760" sldId="260"/>
            <ac:picMk id="6" creationId="{FEE85EC7-23CF-AACC-4298-1FAA4D28CB74}"/>
          </ac:picMkLst>
        </pc:picChg>
      </pc:sldChg>
    </pc:docChg>
  </pc:docChgLst>
  <pc:docChgLst>
    <pc:chgData name="Samuel Pelage" userId="54db4591437a0f12" providerId="Windows Live" clId="Web-{460FAD6D-52B0-4926-AE43-637C4BEB3575}"/>
    <pc:docChg chg="modSld">
      <pc:chgData name="Samuel Pelage" userId="54db4591437a0f12" providerId="Windows Live" clId="Web-{460FAD6D-52B0-4926-AE43-637C4BEB3575}" dt="2024-10-02T22:32:54.457" v="53" actId="14100"/>
      <pc:docMkLst>
        <pc:docMk/>
      </pc:docMkLst>
      <pc:sldChg chg="addSp delSp modSp">
        <pc:chgData name="Samuel Pelage" userId="54db4591437a0f12" providerId="Windows Live" clId="Web-{460FAD6D-52B0-4926-AE43-637C4BEB3575}" dt="2024-10-02T22:32:54.457" v="53" actId="14100"/>
        <pc:sldMkLst>
          <pc:docMk/>
          <pc:sldMk cId="248408928" sldId="258"/>
        </pc:sldMkLst>
        <pc:spChg chg="add del mod">
          <ac:chgData name="Samuel Pelage" userId="54db4591437a0f12" providerId="Windows Live" clId="Web-{460FAD6D-52B0-4926-AE43-637C4BEB3575}" dt="2024-10-02T22:32:40.785" v="48"/>
          <ac:spMkLst>
            <pc:docMk/>
            <pc:sldMk cId="248408928" sldId="258"/>
            <ac:spMk id="5" creationId="{B752AA1B-DA06-B40B-210B-D57236D9BC59}"/>
          </ac:spMkLst>
        </pc:spChg>
        <pc:picChg chg="del mod">
          <ac:chgData name="Samuel Pelage" userId="54db4591437a0f12" providerId="Windows Live" clId="Web-{460FAD6D-52B0-4926-AE43-637C4BEB3575}" dt="2024-10-02T21:58:40.684" v="17"/>
          <ac:picMkLst>
            <pc:docMk/>
            <pc:sldMk cId="248408928" sldId="258"/>
            <ac:picMk id="4" creationId="{119E5E74-D4D1-57C0-1892-A49F4F5C482A}"/>
          </ac:picMkLst>
        </pc:picChg>
        <pc:picChg chg="add mod ord">
          <ac:chgData name="Samuel Pelage" userId="54db4591437a0f12" providerId="Windows Live" clId="Web-{460FAD6D-52B0-4926-AE43-637C4BEB3575}" dt="2024-10-02T22:32:54.457" v="53" actId="14100"/>
          <ac:picMkLst>
            <pc:docMk/>
            <pc:sldMk cId="248408928" sldId="258"/>
            <ac:picMk id="6" creationId="{557832E0-532E-09BC-DB8F-C264C57FF693}"/>
          </ac:picMkLst>
        </pc:picChg>
      </pc:sldChg>
      <pc:sldChg chg="addSp delSp modSp">
        <pc:chgData name="Samuel Pelage" userId="54db4591437a0f12" providerId="Windows Live" clId="Web-{460FAD6D-52B0-4926-AE43-637C4BEB3575}" dt="2024-10-02T22:23:47.803" v="37" actId="14100"/>
        <pc:sldMkLst>
          <pc:docMk/>
          <pc:sldMk cId="3811113537" sldId="259"/>
        </pc:sldMkLst>
        <pc:spChg chg="add del mod">
          <ac:chgData name="Samuel Pelage" userId="54db4591437a0f12" providerId="Windows Live" clId="Web-{460FAD6D-52B0-4926-AE43-637C4BEB3575}" dt="2024-10-02T22:15:07.346" v="19"/>
          <ac:spMkLst>
            <pc:docMk/>
            <pc:sldMk cId="3811113537" sldId="259"/>
            <ac:spMk id="4" creationId="{EB4F89F5-35CD-5029-8B3C-54D64BFF796A}"/>
          </ac:spMkLst>
        </pc:spChg>
        <pc:spChg chg="add del mod">
          <ac:chgData name="Samuel Pelage" userId="54db4591437a0f12" providerId="Windows Live" clId="Web-{460FAD6D-52B0-4926-AE43-637C4BEB3575}" dt="2024-10-02T22:20:30.248" v="28"/>
          <ac:spMkLst>
            <pc:docMk/>
            <pc:sldMk cId="3811113537" sldId="259"/>
            <ac:spMk id="8" creationId="{80A68E8A-89C5-B17D-C7DE-A99DA2E205A1}"/>
          </ac:spMkLst>
        </pc:spChg>
        <pc:spChg chg="add del mod">
          <ac:chgData name="Samuel Pelage" userId="54db4591437a0f12" providerId="Windows Live" clId="Web-{460FAD6D-52B0-4926-AE43-637C4BEB3575}" dt="2024-10-02T22:23:47.631" v="35"/>
          <ac:spMkLst>
            <pc:docMk/>
            <pc:sldMk cId="3811113537" sldId="259"/>
            <ac:spMk id="11" creationId="{86666164-4264-5651-A3A6-7A1315AF82CA}"/>
          </ac:spMkLst>
        </pc:spChg>
        <pc:picChg chg="add del mod ord">
          <ac:chgData name="Samuel Pelage" userId="54db4591437a0f12" providerId="Windows Live" clId="Web-{460FAD6D-52B0-4926-AE43-637C4BEB3575}" dt="2024-10-02T22:20:10.576" v="27"/>
          <ac:picMkLst>
            <pc:docMk/>
            <pc:sldMk cId="3811113537" sldId="259"/>
            <ac:picMk id="5" creationId="{26352534-4C2F-DB08-C413-42237B962C93}"/>
          </ac:picMkLst>
        </pc:picChg>
        <pc:picChg chg="del mod">
          <ac:chgData name="Samuel Pelage" userId="54db4591437a0f12" providerId="Windows Live" clId="Web-{460FAD6D-52B0-4926-AE43-637C4BEB3575}" dt="2024-10-02T22:14:44.157" v="18"/>
          <ac:picMkLst>
            <pc:docMk/>
            <pc:sldMk cId="3811113537" sldId="259"/>
            <ac:picMk id="6" creationId="{471F0B33-00DC-7E19-946E-1651A058AB6A}"/>
          </ac:picMkLst>
        </pc:picChg>
        <pc:picChg chg="add del mod ord">
          <ac:chgData name="Samuel Pelage" userId="54db4591437a0f12" providerId="Windows Live" clId="Web-{460FAD6D-52B0-4926-AE43-637C4BEB3575}" dt="2024-10-02T22:23:19.739" v="34"/>
          <ac:picMkLst>
            <pc:docMk/>
            <pc:sldMk cId="3811113537" sldId="259"/>
            <ac:picMk id="9" creationId="{01F2CC33-282B-F43F-E3A5-68E5DFE9BD6A}"/>
          </ac:picMkLst>
        </pc:picChg>
        <pc:picChg chg="add mod ord">
          <ac:chgData name="Samuel Pelage" userId="54db4591437a0f12" providerId="Windows Live" clId="Web-{460FAD6D-52B0-4926-AE43-637C4BEB3575}" dt="2024-10-02T22:23:47.803" v="37" actId="14100"/>
          <ac:picMkLst>
            <pc:docMk/>
            <pc:sldMk cId="3811113537" sldId="259"/>
            <ac:picMk id="12" creationId="{723C6AAA-1B7D-9F04-F885-D7F3C85FC590}"/>
          </ac:picMkLst>
        </pc:picChg>
      </pc:sldChg>
      <pc:sldChg chg="modSp">
        <pc:chgData name="Samuel Pelage" userId="54db4591437a0f12" providerId="Windows Live" clId="Web-{460FAD6D-52B0-4926-AE43-637C4BEB3575}" dt="2024-10-02T22:25:12.587" v="47" actId="1076"/>
        <pc:sldMkLst>
          <pc:docMk/>
          <pc:sldMk cId="3184920760" sldId="260"/>
        </pc:sldMkLst>
        <pc:picChg chg="mod">
          <ac:chgData name="Samuel Pelage" userId="54db4591437a0f12" providerId="Windows Live" clId="Web-{460FAD6D-52B0-4926-AE43-637C4BEB3575}" dt="2024-10-02T22:25:12.587" v="47" actId="1076"/>
          <ac:picMkLst>
            <pc:docMk/>
            <pc:sldMk cId="3184920760" sldId="260"/>
            <ac:picMk id="6" creationId="{FEE85EC7-23CF-AACC-4298-1FAA4D28CB74}"/>
          </ac:picMkLst>
        </pc:picChg>
      </pc:sldChg>
    </pc:docChg>
  </pc:docChgLst>
  <pc:docChgLst>
    <pc:chgData name="Samuel Pelage" userId="54db4591437a0f12" providerId="Windows Live" clId="Web-{BB78DE88-7090-4112-B77A-F1298C39C3F8}"/>
    <pc:docChg chg="modSld addMainMaster delMainMaster">
      <pc:chgData name="Samuel Pelage" userId="54db4591437a0f12" providerId="Windows Live" clId="Web-{BB78DE88-7090-4112-B77A-F1298C39C3F8}" dt="2024-09-08T19:14:10.572" v="0"/>
      <pc:docMkLst>
        <pc:docMk/>
      </pc:docMkLst>
      <pc:sldChg chg="modSp mod modClrScheme chgLayout">
        <pc:chgData name="Samuel Pelage" userId="54db4591437a0f12" providerId="Windows Live" clId="Web-{BB78DE88-7090-4112-B77A-F1298C39C3F8}" dt="2024-09-08T19:14:10.572" v="0"/>
        <pc:sldMkLst>
          <pc:docMk/>
          <pc:sldMk cId="3784089036" sldId="256"/>
        </pc:sldMkLst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3784089036" sldId="256"/>
            <ac:spMk id="2" creationId="{00000000-0000-0000-0000-000000000000}"/>
          </ac:spMkLst>
        </pc:spChg>
      </pc:sldChg>
      <pc:sldChg chg="modSp mod modClrScheme chgLayout">
        <pc:chgData name="Samuel Pelage" userId="54db4591437a0f12" providerId="Windows Live" clId="Web-{BB78DE88-7090-4112-B77A-F1298C39C3F8}" dt="2024-09-08T19:14:10.572" v="0"/>
        <pc:sldMkLst>
          <pc:docMk/>
          <pc:sldMk cId="3341543836" sldId="257"/>
        </pc:sldMkLst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3341543836" sldId="257"/>
            <ac:spMk id="2" creationId="{00BD3F84-8AE5-89A1-B33E-E7C8A9152E0F}"/>
          </ac:spMkLst>
        </pc:spChg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3341543836" sldId="257"/>
            <ac:spMk id="3" creationId="{D955C49A-0C19-A809-4E7E-1DA6B49A98A4}"/>
          </ac:spMkLst>
        </pc:spChg>
      </pc:sldChg>
      <pc:sldChg chg="modSp mod modClrScheme chgLayout">
        <pc:chgData name="Samuel Pelage" userId="54db4591437a0f12" providerId="Windows Live" clId="Web-{BB78DE88-7090-4112-B77A-F1298C39C3F8}" dt="2024-09-08T19:14:10.572" v="0"/>
        <pc:sldMkLst>
          <pc:docMk/>
          <pc:sldMk cId="1106552212" sldId="258"/>
        </pc:sldMkLst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1106552212" sldId="258"/>
            <ac:spMk id="2" creationId="{9BF8ED54-2D97-4838-AF73-AE6B2D4F8716}"/>
          </ac:spMkLst>
        </pc:spChg>
        <pc:picChg chg="mod ord">
          <ac:chgData name="Samuel Pelage" userId="54db4591437a0f12" providerId="Windows Live" clId="Web-{BB78DE88-7090-4112-B77A-F1298C39C3F8}" dt="2024-09-08T19:14:10.572" v="0"/>
          <ac:picMkLst>
            <pc:docMk/>
            <pc:sldMk cId="1106552212" sldId="258"/>
            <ac:picMk id="4" creationId="{92EE4E17-CCB3-875F-8802-E8A7539AC4D3}"/>
          </ac:picMkLst>
        </pc:picChg>
      </pc:sldChg>
      <pc:sldChg chg="modSp mod modClrScheme chgLayout">
        <pc:chgData name="Samuel Pelage" userId="54db4591437a0f12" providerId="Windows Live" clId="Web-{BB78DE88-7090-4112-B77A-F1298C39C3F8}" dt="2024-09-08T19:14:10.572" v="0"/>
        <pc:sldMkLst>
          <pc:docMk/>
          <pc:sldMk cId="476983193" sldId="259"/>
        </pc:sldMkLst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476983193" sldId="259"/>
            <ac:spMk id="2" creationId="{726678A5-88BA-849E-5D50-58F1382BFFA3}"/>
          </ac:spMkLst>
        </pc:spChg>
        <pc:picChg chg="mod ord">
          <ac:chgData name="Samuel Pelage" userId="54db4591437a0f12" providerId="Windows Live" clId="Web-{BB78DE88-7090-4112-B77A-F1298C39C3F8}" dt="2024-09-08T19:14:10.572" v="0"/>
          <ac:picMkLst>
            <pc:docMk/>
            <pc:sldMk cId="476983193" sldId="259"/>
            <ac:picMk id="4" creationId="{7E927929-0FCE-50EE-BEAD-EDCAA70FAD5F}"/>
          </ac:picMkLst>
        </pc:picChg>
      </pc:sldChg>
      <pc:sldChg chg="modSp mod modClrScheme chgLayout">
        <pc:chgData name="Samuel Pelage" userId="54db4591437a0f12" providerId="Windows Live" clId="Web-{BB78DE88-7090-4112-B77A-F1298C39C3F8}" dt="2024-09-08T19:14:10.572" v="0"/>
        <pc:sldMkLst>
          <pc:docMk/>
          <pc:sldMk cId="3118320059" sldId="260"/>
        </pc:sldMkLst>
        <pc:spChg chg="mod ord">
          <ac:chgData name="Samuel Pelage" userId="54db4591437a0f12" providerId="Windows Live" clId="Web-{BB78DE88-7090-4112-B77A-F1298C39C3F8}" dt="2024-09-08T19:14:10.572" v="0"/>
          <ac:spMkLst>
            <pc:docMk/>
            <pc:sldMk cId="3118320059" sldId="260"/>
            <ac:spMk id="2" creationId="{E7460FAA-A62E-1BB4-9FE7-E4E293FBABE9}"/>
          </ac:spMkLst>
        </pc:spChg>
        <pc:picChg chg="mod ord">
          <ac:chgData name="Samuel Pelage" userId="54db4591437a0f12" providerId="Windows Live" clId="Web-{BB78DE88-7090-4112-B77A-F1298C39C3F8}" dt="2024-09-08T19:14:10.572" v="0"/>
          <ac:picMkLst>
            <pc:docMk/>
            <pc:sldMk cId="3118320059" sldId="260"/>
            <ac:picMk id="4" creationId="{D43A5D94-4D52-2D6F-ADEF-07287E754E41}"/>
          </ac:picMkLst>
        </pc:picChg>
      </pc:sldChg>
      <pc:sldMasterChg chg="del delSldLayout">
        <pc:chgData name="Samuel Pelage" userId="54db4591437a0f12" providerId="Windows Live" clId="Web-{BB78DE88-7090-4112-B77A-F1298C39C3F8}" dt="2024-09-08T19:14:10.572" v="0"/>
        <pc:sldMasterMkLst>
          <pc:docMk/>
          <pc:sldMasterMk cId="3071127875" sldId="2147483648"/>
        </pc:sldMasterMkLst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3310491181" sldId="2147483649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3841795644" sldId="2147483650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3466923455" sldId="2147483651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3747632232" sldId="2147483652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2611866596" sldId="2147483653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3395854097" sldId="2147483654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4040201302" sldId="2147483655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2706407263" sldId="2147483656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1610903340" sldId="2147483657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4172787210" sldId="2147483658"/>
          </pc:sldLayoutMkLst>
        </pc:sldLayoutChg>
        <pc:sldLayoutChg chg="del">
          <pc:chgData name="Samuel Pelage" userId="54db4591437a0f12" providerId="Windows Live" clId="Web-{BB78DE88-7090-4112-B77A-F1298C39C3F8}" dt="2024-09-08T19:14:10.572" v="0"/>
          <pc:sldLayoutMkLst>
            <pc:docMk/>
            <pc:sldMasterMk cId="3071127875" sldId="2147483648"/>
            <pc:sldLayoutMk cId="1902177510" sldId="2147483659"/>
          </pc:sldLayoutMkLst>
        </pc:sldLayoutChg>
      </pc:sldMasterChg>
      <pc:sldMasterChg chg="add addSldLayout modSldLayout">
        <pc:chgData name="Samuel Pelage" userId="54db4591437a0f12" providerId="Windows Live" clId="Web-{BB78DE88-7090-4112-B77A-F1298C39C3F8}" dt="2024-09-08T19:14:10.572" v="0"/>
        <pc:sldMasterMkLst>
          <pc:docMk/>
          <pc:sldMasterMk cId="1905786490" sldId="2147483660"/>
        </pc:sldMasterMkLst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1344766166" sldId="2147483661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686667084" sldId="2147483662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2693283088" sldId="2147483663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3882737674" sldId="2147483664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164693676" sldId="2147483665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1664331473" sldId="2147483666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2470661899" sldId="2147483667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3634505865" sldId="2147483668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4107175560" sldId="2147483669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765521337" sldId="2147483670"/>
          </pc:sldLayoutMkLst>
        </pc:sldLayoutChg>
        <pc:sldLayoutChg chg="add mod replId">
          <pc:chgData name="Samuel Pelage" userId="54db4591437a0f12" providerId="Windows Live" clId="Web-{BB78DE88-7090-4112-B77A-F1298C39C3F8}" dt="2024-09-08T19:14:10.572" v="0"/>
          <pc:sldLayoutMkLst>
            <pc:docMk/>
            <pc:sldMasterMk cId="1905786490" sldId="2147483660"/>
            <pc:sldLayoutMk cId="2684795110" sldId="2147483671"/>
          </pc:sldLayoutMkLst>
        </pc:sldLayoutChg>
      </pc:sldMasterChg>
    </pc:docChg>
  </pc:docChgLst>
  <pc:docChgLst>
    <pc:chgData name="Samuel Pelage" userId="54db4591437a0f12" providerId="Windows Live" clId="Web-{04916548-638C-47D1-BA6F-0F6F99D46CE0}"/>
    <pc:docChg chg="addSld modSld">
      <pc:chgData name="Samuel Pelage" userId="54db4591437a0f12" providerId="Windows Live" clId="Web-{04916548-638C-47D1-BA6F-0F6F99D46CE0}" dt="2024-09-05T00:54:07.335" v="128" actId="20577"/>
      <pc:docMkLst>
        <pc:docMk/>
      </pc:docMkLst>
      <pc:sldChg chg="delSp modSp">
        <pc:chgData name="Samuel Pelage" userId="54db4591437a0f12" providerId="Windows Live" clId="Web-{04916548-638C-47D1-BA6F-0F6F99D46CE0}" dt="2024-09-05T00:33:50.883" v="42"/>
        <pc:sldMkLst>
          <pc:docMk/>
          <pc:sldMk cId="3784089036" sldId="256"/>
        </pc:sldMkLst>
        <pc:spChg chg="mod">
          <ac:chgData name="Samuel Pelage" userId="54db4591437a0f12" providerId="Windows Live" clId="Web-{04916548-638C-47D1-BA6F-0F6F99D46CE0}" dt="2024-09-05T00:33:49.336" v="41" actId="20577"/>
          <ac:spMkLst>
            <pc:docMk/>
            <pc:sldMk cId="3784089036" sldId="256"/>
            <ac:spMk id="2" creationId="{00000000-0000-0000-0000-000000000000}"/>
          </ac:spMkLst>
        </pc:spChg>
        <pc:spChg chg="del">
          <ac:chgData name="Samuel Pelage" userId="54db4591437a0f12" providerId="Windows Live" clId="Web-{04916548-638C-47D1-BA6F-0F6F99D46CE0}" dt="2024-09-05T00:33:50.883" v="42"/>
          <ac:spMkLst>
            <pc:docMk/>
            <pc:sldMk cId="3784089036" sldId="256"/>
            <ac:spMk id="3" creationId="{00000000-0000-0000-0000-000000000000}"/>
          </ac:spMkLst>
        </pc:spChg>
      </pc:sldChg>
      <pc:sldChg chg="modSp new">
        <pc:chgData name="Samuel Pelage" userId="54db4591437a0f12" providerId="Windows Live" clId="Web-{04916548-638C-47D1-BA6F-0F6F99D46CE0}" dt="2024-09-05T00:54:07.335" v="128" actId="20577"/>
        <pc:sldMkLst>
          <pc:docMk/>
          <pc:sldMk cId="3341543836" sldId="257"/>
        </pc:sldMkLst>
        <pc:spChg chg="mod">
          <ac:chgData name="Samuel Pelage" userId="54db4591437a0f12" providerId="Windows Live" clId="Web-{04916548-638C-47D1-BA6F-0F6F99D46CE0}" dt="2024-09-05T00:34:57.730" v="51" actId="20577"/>
          <ac:spMkLst>
            <pc:docMk/>
            <pc:sldMk cId="3341543836" sldId="257"/>
            <ac:spMk id="2" creationId="{00BD3F84-8AE5-89A1-B33E-E7C8A9152E0F}"/>
          </ac:spMkLst>
        </pc:spChg>
        <pc:spChg chg="mod">
          <ac:chgData name="Samuel Pelage" userId="54db4591437a0f12" providerId="Windows Live" clId="Web-{04916548-638C-47D1-BA6F-0F6F99D46CE0}" dt="2024-09-05T00:54:07.335" v="128" actId="20577"/>
          <ac:spMkLst>
            <pc:docMk/>
            <pc:sldMk cId="3341543836" sldId="257"/>
            <ac:spMk id="3" creationId="{D955C49A-0C19-A809-4E7E-1DA6B49A98A4}"/>
          </ac:spMkLst>
        </pc:spChg>
      </pc:sldChg>
      <pc:sldChg chg="addSp delSp modSp new">
        <pc:chgData name="Samuel Pelage" userId="54db4591437a0f12" providerId="Windows Live" clId="Web-{04916548-638C-47D1-BA6F-0F6F99D46CE0}" dt="2024-09-05T00:36:46.062" v="67"/>
        <pc:sldMkLst>
          <pc:docMk/>
          <pc:sldMk cId="1106552212" sldId="258"/>
        </pc:sldMkLst>
        <pc:spChg chg="mod">
          <ac:chgData name="Samuel Pelage" userId="54db4591437a0f12" providerId="Windows Live" clId="Web-{04916548-638C-47D1-BA6F-0F6F99D46CE0}" dt="2024-09-05T00:36:32.233" v="66" actId="20577"/>
          <ac:spMkLst>
            <pc:docMk/>
            <pc:sldMk cId="1106552212" sldId="258"/>
            <ac:spMk id="2" creationId="{9BF8ED54-2D97-4838-AF73-AE6B2D4F8716}"/>
          </ac:spMkLst>
        </pc:spChg>
        <pc:spChg chg="del">
          <ac:chgData name="Samuel Pelage" userId="54db4591437a0f12" providerId="Windows Live" clId="Web-{04916548-638C-47D1-BA6F-0F6F99D46CE0}" dt="2024-09-05T00:36:46.062" v="67"/>
          <ac:spMkLst>
            <pc:docMk/>
            <pc:sldMk cId="1106552212" sldId="258"/>
            <ac:spMk id="3" creationId="{C18C22A2-0D77-7998-21B6-C7981B5A4575}"/>
          </ac:spMkLst>
        </pc:spChg>
        <pc:picChg chg="add mod ord">
          <ac:chgData name="Samuel Pelage" userId="54db4591437a0f12" providerId="Windows Live" clId="Web-{04916548-638C-47D1-BA6F-0F6F99D46CE0}" dt="2024-09-05T00:36:46.062" v="67"/>
          <ac:picMkLst>
            <pc:docMk/>
            <pc:sldMk cId="1106552212" sldId="258"/>
            <ac:picMk id="4" creationId="{92EE4E17-CCB3-875F-8802-E8A7539AC4D3}"/>
          </ac:picMkLst>
        </pc:picChg>
      </pc:sldChg>
      <pc:sldChg chg="addSp delSp modSp new">
        <pc:chgData name="Samuel Pelage" userId="54db4591437a0f12" providerId="Windows Live" clId="Web-{04916548-638C-47D1-BA6F-0F6F99D46CE0}" dt="2024-09-05T00:38:12.284" v="85" actId="14100"/>
        <pc:sldMkLst>
          <pc:docMk/>
          <pc:sldMk cId="476983193" sldId="259"/>
        </pc:sldMkLst>
        <pc:spChg chg="mod">
          <ac:chgData name="Samuel Pelage" userId="54db4591437a0f12" providerId="Windows Live" clId="Web-{04916548-638C-47D1-BA6F-0F6F99D46CE0}" dt="2024-09-05T00:37:06.313" v="83" actId="20577"/>
          <ac:spMkLst>
            <pc:docMk/>
            <pc:sldMk cId="476983193" sldId="259"/>
            <ac:spMk id="2" creationId="{726678A5-88BA-849E-5D50-58F1382BFFA3}"/>
          </ac:spMkLst>
        </pc:spChg>
        <pc:spChg chg="del">
          <ac:chgData name="Samuel Pelage" userId="54db4591437a0f12" providerId="Windows Live" clId="Web-{04916548-638C-47D1-BA6F-0F6F99D46CE0}" dt="2024-09-05T00:38:05.580" v="84"/>
          <ac:spMkLst>
            <pc:docMk/>
            <pc:sldMk cId="476983193" sldId="259"/>
            <ac:spMk id="3" creationId="{202F781F-CBCE-DC0A-84A5-5337394DC4EA}"/>
          </ac:spMkLst>
        </pc:spChg>
        <pc:picChg chg="add mod ord">
          <ac:chgData name="Samuel Pelage" userId="54db4591437a0f12" providerId="Windows Live" clId="Web-{04916548-638C-47D1-BA6F-0F6F99D46CE0}" dt="2024-09-05T00:38:12.284" v="85" actId="14100"/>
          <ac:picMkLst>
            <pc:docMk/>
            <pc:sldMk cId="476983193" sldId="259"/>
            <ac:picMk id="4" creationId="{7E927929-0FCE-50EE-BEAD-EDCAA70FAD5F}"/>
          </ac:picMkLst>
        </pc:picChg>
      </pc:sldChg>
      <pc:sldChg chg="addSp delSp modSp new">
        <pc:chgData name="Samuel Pelage" userId="54db4591437a0f12" providerId="Windows Live" clId="Web-{04916548-638C-47D1-BA6F-0F6F99D46CE0}" dt="2024-09-05T00:39:46.022" v="105"/>
        <pc:sldMkLst>
          <pc:docMk/>
          <pc:sldMk cId="3118320059" sldId="260"/>
        </pc:sldMkLst>
        <pc:spChg chg="mod">
          <ac:chgData name="Samuel Pelage" userId="54db4591437a0f12" providerId="Windows Live" clId="Web-{04916548-638C-47D1-BA6F-0F6F99D46CE0}" dt="2024-09-05T00:39:27.615" v="104" actId="20577"/>
          <ac:spMkLst>
            <pc:docMk/>
            <pc:sldMk cId="3118320059" sldId="260"/>
            <ac:spMk id="2" creationId="{E7460FAA-A62E-1BB4-9FE7-E4E293FBABE9}"/>
          </ac:spMkLst>
        </pc:spChg>
        <pc:spChg chg="del">
          <ac:chgData name="Samuel Pelage" userId="54db4591437a0f12" providerId="Windows Live" clId="Web-{04916548-638C-47D1-BA6F-0F6F99D46CE0}" dt="2024-09-05T00:39:46.022" v="105"/>
          <ac:spMkLst>
            <pc:docMk/>
            <pc:sldMk cId="3118320059" sldId="260"/>
            <ac:spMk id="3" creationId="{69F6D712-C47F-AECA-99D5-22E36D86796D}"/>
          </ac:spMkLst>
        </pc:spChg>
        <pc:picChg chg="add mod ord">
          <ac:chgData name="Samuel Pelage" userId="54db4591437a0f12" providerId="Windows Live" clId="Web-{04916548-638C-47D1-BA6F-0F6F99D46CE0}" dt="2024-09-05T00:39:46.022" v="105"/>
          <ac:picMkLst>
            <pc:docMk/>
            <pc:sldMk cId="3118320059" sldId="260"/>
            <ac:picMk id="4" creationId="{D43A5D94-4D52-2D6F-ADEF-07287E754E41}"/>
          </ac:picMkLst>
        </pc:picChg>
      </pc:sldChg>
    </pc:docChg>
  </pc:docChgLst>
  <pc:docChgLst>
    <pc:chgData name="Samuel Pelage" userId="54db4591437a0f12" providerId="Windows Live" clId="Web-{28018C0E-86EF-444E-8799-BC740845E7EE}"/>
    <pc:docChg chg="addSld delSld modSld addMainMaster delMainMaster modMainMaster">
      <pc:chgData name="Samuel Pelage" userId="54db4591437a0f12" providerId="Windows Live" clId="Web-{28018C0E-86EF-444E-8799-BC740845E7EE}" dt="2024-09-19T02:08:14.551" v="413" actId="1076"/>
      <pc:docMkLst>
        <pc:docMk/>
      </pc:docMkLst>
      <pc:sldChg chg="delSp modSp new mod modClrScheme chgLayout">
        <pc:chgData name="Samuel Pelage" userId="54db4591437a0f12" providerId="Windows Live" clId="Web-{28018C0E-86EF-444E-8799-BC740845E7EE}" dt="2024-09-19T02:03:34.556" v="320"/>
        <pc:sldMkLst>
          <pc:docMk/>
          <pc:sldMk cId="986822453" sldId="256"/>
        </pc:sldMkLst>
        <pc:spChg chg="mod ord">
          <ac:chgData name="Samuel Pelage" userId="54db4591437a0f12" providerId="Windows Live" clId="Web-{28018C0E-86EF-444E-8799-BC740845E7EE}" dt="2024-09-19T02:03:34.556" v="320"/>
          <ac:spMkLst>
            <pc:docMk/>
            <pc:sldMk cId="986822453" sldId="256"/>
            <ac:spMk id="2" creationId="{0E7B8B1E-A2A0-7F0E-E5BA-F9FF526DCB5D}"/>
          </ac:spMkLst>
        </pc:spChg>
        <pc:spChg chg="del mod ord">
          <ac:chgData name="Samuel Pelage" userId="54db4591437a0f12" providerId="Windows Live" clId="Web-{28018C0E-86EF-444E-8799-BC740845E7EE}" dt="2024-09-19T01:16:13.310" v="223"/>
          <ac:spMkLst>
            <pc:docMk/>
            <pc:sldMk cId="986822453" sldId="256"/>
            <ac:spMk id="3" creationId="{3ADF780F-B1BD-FC96-054E-892B11F3A042}"/>
          </ac:spMkLst>
        </pc:spChg>
      </pc:sldChg>
      <pc:sldChg chg="addSp delSp modSp del mod setBg modClrScheme delDesignElem chgLayout">
        <pc:chgData name="Samuel Pelage" userId="54db4591437a0f12" providerId="Windows Live" clId="Web-{28018C0E-86EF-444E-8799-BC740845E7EE}" dt="2024-09-19T01:14:13.472" v="157"/>
        <pc:sldMkLst>
          <pc:docMk/>
          <pc:sldMk cId="3784089036" sldId="256"/>
        </pc:sldMkLst>
        <pc:spChg chg="mod ord">
          <ac:chgData name="Samuel Pelage" userId="54db4591437a0f12" providerId="Windows Live" clId="Web-{28018C0E-86EF-444E-8799-BC740845E7EE}" dt="2024-09-19T01:11:17.123" v="140"/>
          <ac:spMkLst>
            <pc:docMk/>
            <pc:sldMk cId="3784089036" sldId="256"/>
            <ac:spMk id="2" creationId="{00000000-0000-0000-0000-000000000000}"/>
          </ac:spMkLst>
        </pc:spChg>
        <pc:spChg chg="add">
          <ac:chgData name="Samuel Pelage" userId="54db4591437a0f12" providerId="Windows Live" clId="Web-{28018C0E-86EF-444E-8799-BC740845E7EE}" dt="2024-09-19T01:11:49.405" v="141"/>
          <ac:spMkLst>
            <pc:docMk/>
            <pc:sldMk cId="3784089036" sldId="256"/>
            <ac:spMk id="4" creationId="{36B93B81-5ED7-4387-828F-605FD3B1B004}"/>
          </ac:spMkLst>
        </pc:spChg>
        <pc:spChg chg="add">
          <ac:chgData name="Samuel Pelage" userId="54db4591437a0f12" providerId="Windows Live" clId="Web-{28018C0E-86EF-444E-8799-BC740845E7EE}" dt="2024-09-19T01:11:49.405" v="141"/>
          <ac:spMkLst>
            <pc:docMk/>
            <pc:sldMk cId="3784089036" sldId="256"/>
            <ac:spMk id="5" creationId="{61951AA0-DD9C-4514-A46F-ABF18C50E55D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3784089036" sldId="256"/>
            <ac:spMk id="7" creationId="{36B93B81-5ED7-4387-828F-605FD3B1B004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3784089036" sldId="256"/>
            <ac:spMk id="9" creationId="{61951AA0-DD9C-4514-A46F-ABF18C50E55D}"/>
          </ac:spMkLst>
        </pc:spChg>
      </pc:sldChg>
      <pc:sldChg chg="delSp modSp new mod modClrScheme chgLayout">
        <pc:chgData name="Samuel Pelage" userId="54db4591437a0f12" providerId="Windows Live" clId="Web-{28018C0E-86EF-444E-8799-BC740845E7EE}" dt="2024-09-19T02:03:34.556" v="320"/>
        <pc:sldMkLst>
          <pc:docMk/>
          <pc:sldMk cId="3321271006" sldId="257"/>
        </pc:sldMkLst>
        <pc:spChg chg="mod ord">
          <ac:chgData name="Samuel Pelage" userId="54db4591437a0f12" providerId="Windows Live" clId="Web-{28018C0E-86EF-444E-8799-BC740845E7EE}" dt="2024-09-19T02:03:34.556" v="320"/>
          <ac:spMkLst>
            <pc:docMk/>
            <pc:sldMk cId="3321271006" sldId="257"/>
            <ac:spMk id="2" creationId="{B711BA62-39DA-C981-07D0-C89229CD5585}"/>
          </ac:spMkLst>
        </pc:spChg>
        <pc:spChg chg="mod ord">
          <ac:chgData name="Samuel Pelage" userId="54db4591437a0f12" providerId="Windows Live" clId="Web-{28018C0E-86EF-444E-8799-BC740845E7EE}" dt="2024-09-19T02:03:34.556" v="320"/>
          <ac:spMkLst>
            <pc:docMk/>
            <pc:sldMk cId="3321271006" sldId="257"/>
            <ac:spMk id="3" creationId="{18DDF469-36BB-CDD4-A731-637525FF90F1}"/>
          </ac:spMkLst>
        </pc:spChg>
        <pc:spChg chg="mod ord">
          <ac:chgData name="Samuel Pelage" userId="54db4591437a0f12" providerId="Windows Live" clId="Web-{28018C0E-86EF-444E-8799-BC740845E7EE}" dt="2024-09-19T02:03:34.556" v="320"/>
          <ac:spMkLst>
            <pc:docMk/>
            <pc:sldMk cId="3321271006" sldId="257"/>
            <ac:spMk id="4" creationId="{BD804B51-F05E-C12D-94DC-B27B1E2A0C8F}"/>
          </ac:spMkLst>
        </pc:spChg>
        <pc:spChg chg="del mod ord">
          <ac:chgData name="Samuel Pelage" userId="54db4591437a0f12" providerId="Windows Live" clId="Web-{28018C0E-86EF-444E-8799-BC740845E7EE}" dt="2024-09-19T02:03:13.931" v="318"/>
          <ac:spMkLst>
            <pc:docMk/>
            <pc:sldMk cId="3321271006" sldId="257"/>
            <ac:spMk id="5" creationId="{20B8E71E-201D-3346-174B-DC8BD31F8D40}"/>
          </ac:spMkLst>
        </pc:spChg>
        <pc:spChg chg="del">
          <ac:chgData name="Samuel Pelage" userId="54db4591437a0f12" providerId="Windows Live" clId="Web-{28018C0E-86EF-444E-8799-BC740845E7EE}" dt="2024-09-19T01:20:37.865" v="302"/>
          <ac:spMkLst>
            <pc:docMk/>
            <pc:sldMk cId="3321271006" sldId="257"/>
            <ac:spMk id="6" creationId="{44576850-B736-7D71-EFC2-03F6A00D0867}"/>
          </ac:spMkLst>
        </pc:spChg>
      </pc:sldChg>
      <pc:sldChg chg="addSp delSp modSp del mod setBg modClrScheme delDesignElem chgLayout">
        <pc:chgData name="Samuel Pelage" userId="54db4591437a0f12" providerId="Windows Live" clId="Web-{28018C0E-86EF-444E-8799-BC740845E7EE}" dt="2024-09-19T01:14:08.316" v="155"/>
        <pc:sldMkLst>
          <pc:docMk/>
          <pc:sldMk cId="3341543836" sldId="257"/>
        </pc:sldMkLst>
        <pc:spChg chg="mod ord">
          <ac:chgData name="Samuel Pelage" userId="54db4591437a0f12" providerId="Windows Live" clId="Web-{28018C0E-86EF-444E-8799-BC740845E7EE}" dt="2024-09-19T01:12:25.797" v="144" actId="20577"/>
          <ac:spMkLst>
            <pc:docMk/>
            <pc:sldMk cId="3341543836" sldId="257"/>
            <ac:spMk id="2" creationId="{00BD3F84-8AE5-89A1-B33E-E7C8A9152E0F}"/>
          </ac:spMkLst>
        </pc:spChg>
        <pc:spChg chg="mod ord">
          <ac:chgData name="Samuel Pelage" userId="54db4591437a0f12" providerId="Windows Live" clId="Web-{28018C0E-86EF-444E-8799-BC740845E7EE}" dt="2024-09-19T01:12:19.828" v="143" actId="20577"/>
          <ac:spMkLst>
            <pc:docMk/>
            <pc:sldMk cId="3341543836" sldId="257"/>
            <ac:spMk id="3" creationId="{D955C49A-0C19-A809-4E7E-1DA6B49A98A4}"/>
          </ac:spMkLst>
        </pc:spChg>
        <pc:spChg chg="add">
          <ac:chgData name="Samuel Pelage" userId="54db4591437a0f12" providerId="Windows Live" clId="Web-{28018C0E-86EF-444E-8799-BC740845E7EE}" dt="2024-09-19T01:12:09.140" v="142"/>
          <ac:spMkLst>
            <pc:docMk/>
            <pc:sldMk cId="3341543836" sldId="257"/>
            <ac:spMk id="5" creationId="{36B93B81-5ED7-4387-828F-605FD3B1B004}"/>
          </ac:spMkLst>
        </pc:spChg>
        <pc:spChg chg="add">
          <ac:chgData name="Samuel Pelage" userId="54db4591437a0f12" providerId="Windows Live" clId="Web-{28018C0E-86EF-444E-8799-BC740845E7EE}" dt="2024-09-19T01:12:09.140" v="142"/>
          <ac:spMkLst>
            <pc:docMk/>
            <pc:sldMk cId="3341543836" sldId="257"/>
            <ac:spMk id="6" creationId="{61951AA0-DD9C-4514-A46F-ABF18C50E55D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3341543836" sldId="257"/>
            <ac:spMk id="8" creationId="{36B93B81-5ED7-4387-828F-605FD3B1B004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3341543836" sldId="257"/>
            <ac:spMk id="10" creationId="{61951AA0-DD9C-4514-A46F-ABF18C50E55D}"/>
          </ac:spMkLst>
        </pc:spChg>
      </pc:sldChg>
      <pc:sldChg chg="addSp delSp modSp new mod modClrScheme chgLayout">
        <pc:chgData name="Samuel Pelage" userId="54db4591437a0f12" providerId="Windows Live" clId="Web-{28018C0E-86EF-444E-8799-BC740845E7EE}" dt="2024-09-19T02:08:14.551" v="413" actId="1076"/>
        <pc:sldMkLst>
          <pc:docMk/>
          <pc:sldMk cId="248408928" sldId="258"/>
        </pc:sldMkLst>
        <pc:spChg chg="mod ord">
          <ac:chgData name="Samuel Pelage" userId="54db4591437a0f12" providerId="Windows Live" clId="Web-{28018C0E-86EF-444E-8799-BC740845E7EE}" dt="2024-09-19T02:04:44.168" v="344" actId="1076"/>
          <ac:spMkLst>
            <pc:docMk/>
            <pc:sldMk cId="248408928" sldId="258"/>
            <ac:spMk id="2" creationId="{2A6EE200-1E1D-F4A8-6E6B-F944AC272B4F}"/>
          </ac:spMkLst>
        </pc:spChg>
        <pc:spChg chg="del mod ord">
          <ac:chgData name="Samuel Pelage" userId="54db4591437a0f12" providerId="Windows Live" clId="Web-{28018C0E-86EF-444E-8799-BC740845E7EE}" dt="2024-09-19T02:04:26.027" v="338"/>
          <ac:spMkLst>
            <pc:docMk/>
            <pc:sldMk cId="248408928" sldId="258"/>
            <ac:spMk id="3" creationId="{55DB23CF-A0F9-F95E-CF27-B988C2E5F951}"/>
          </ac:spMkLst>
        </pc:spChg>
        <pc:picChg chg="add mod ord">
          <ac:chgData name="Samuel Pelage" userId="54db4591437a0f12" providerId="Windows Live" clId="Web-{28018C0E-86EF-444E-8799-BC740845E7EE}" dt="2024-09-19T02:08:14.551" v="413" actId="1076"/>
          <ac:picMkLst>
            <pc:docMk/>
            <pc:sldMk cId="248408928" sldId="258"/>
            <ac:picMk id="4" creationId="{119E5E74-D4D1-57C0-1892-A49F4F5C482A}"/>
          </ac:picMkLst>
        </pc:picChg>
      </pc:sldChg>
      <pc:sldChg chg="addSp delSp modSp del mod setBg modClrScheme delDesignElem chgLayout">
        <pc:chgData name="Samuel Pelage" userId="54db4591437a0f12" providerId="Windows Live" clId="Web-{28018C0E-86EF-444E-8799-BC740845E7EE}" dt="2024-09-19T01:14:06.284" v="154"/>
        <pc:sldMkLst>
          <pc:docMk/>
          <pc:sldMk cId="1106552212" sldId="258"/>
        </pc:sldMkLst>
        <pc:spChg chg="mod ord">
          <ac:chgData name="Samuel Pelage" userId="54db4591437a0f12" providerId="Windows Live" clId="Web-{28018C0E-86EF-444E-8799-BC740845E7EE}" dt="2024-09-19T01:13:32.236" v="151" actId="1076"/>
          <ac:spMkLst>
            <pc:docMk/>
            <pc:sldMk cId="1106552212" sldId="258"/>
            <ac:spMk id="2" creationId="{9BF8ED54-2D97-4838-AF73-AE6B2D4F8716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1106552212" sldId="258"/>
            <ac:spMk id="6" creationId="{AAB7CC10-D897-4F5F-AB93-DA15E87BFE74}"/>
          </ac:spMkLst>
        </pc:spChg>
        <pc:spChg chg="add del mod ord">
          <ac:chgData name="Samuel Pelage" userId="54db4591437a0f12" providerId="Windows Live" clId="Web-{28018C0E-86EF-444E-8799-BC740845E7EE}" dt="2024-09-19T00:28:09.968" v="28"/>
          <ac:spMkLst>
            <pc:docMk/>
            <pc:sldMk cId="1106552212" sldId="258"/>
            <ac:spMk id="7" creationId="{8A241DA5-4B51-2605-9BF9-D80A1BD9ABDA}"/>
          </ac:spMkLst>
        </pc:spChg>
        <pc:spChg chg="add del">
          <ac:chgData name="Samuel Pelage" userId="54db4591437a0f12" providerId="Windows Live" clId="Web-{28018C0E-86EF-444E-8799-BC740845E7EE}" dt="2024-09-19T00:25:22.994" v="16"/>
          <ac:spMkLst>
            <pc:docMk/>
            <pc:sldMk cId="1106552212" sldId="258"/>
            <ac:spMk id="8" creationId="{9BDC28E3-E095-98A2-252C-FB50FCC2C32D}"/>
          </ac:spMkLst>
        </pc:spChg>
        <pc:spChg chg="add del">
          <ac:chgData name="Samuel Pelage" userId="54db4591437a0f12" providerId="Windows Live" clId="Web-{28018C0E-86EF-444E-8799-BC740845E7EE}" dt="2024-09-19T01:10:12.589" v="135"/>
          <ac:spMkLst>
            <pc:docMk/>
            <pc:sldMk cId="1106552212" sldId="258"/>
            <ac:spMk id="9" creationId="{F0FD769F-BDEE-4149-8C98-A92F1F8A145F}"/>
          </ac:spMkLst>
        </pc:spChg>
        <pc:spChg chg="add del">
          <ac:chgData name="Samuel Pelage" userId="54db4591437a0f12" providerId="Windows Live" clId="Web-{28018C0E-86EF-444E-8799-BC740845E7EE}" dt="2024-09-19T01:10:12.589" v="135"/>
          <ac:spMkLst>
            <pc:docMk/>
            <pc:sldMk cId="1106552212" sldId="258"/>
            <ac:spMk id="10" creationId="{DC00EF3B-797F-4060-9460-6EEF08B1B150}"/>
          </ac:spMkLst>
        </pc:spChg>
        <pc:spChg chg="add del">
          <ac:chgData name="Samuel Pelage" userId="54db4591437a0f12" providerId="Windows Live" clId="Web-{28018C0E-86EF-444E-8799-BC740845E7EE}" dt="2024-09-19T00:25:22.994" v="16"/>
          <ac:spMkLst>
            <pc:docMk/>
            <pc:sldMk cId="1106552212" sldId="258"/>
            <ac:spMk id="11" creationId="{361A18F1-E772-47BD-9486-6557D29B2F6B}"/>
          </ac:spMkLst>
        </pc:spChg>
        <pc:spChg chg="add del">
          <ac:chgData name="Samuel Pelage" userId="54db4591437a0f12" providerId="Windows Live" clId="Web-{28018C0E-86EF-444E-8799-BC740845E7EE}" dt="2024-09-19T01:13:20.986" v="150"/>
          <ac:spMkLst>
            <pc:docMk/>
            <pc:sldMk cId="1106552212" sldId="258"/>
            <ac:spMk id="12" creationId="{D4FD20FA-D55B-4631-9BA9-9D270AFB692A}"/>
          </ac:spMkLst>
        </pc:spChg>
        <pc:spChg chg="add del">
          <ac:chgData name="Samuel Pelage" userId="54db4591437a0f12" providerId="Windows Live" clId="Web-{28018C0E-86EF-444E-8799-BC740845E7EE}" dt="2024-09-19T00:27:49.327" v="25"/>
          <ac:spMkLst>
            <pc:docMk/>
            <pc:sldMk cId="1106552212" sldId="258"/>
            <ac:spMk id="13" creationId="{D075621A-A93F-46B7-A391-7BA50A66013F}"/>
          </ac:spMkLst>
        </pc:spChg>
        <pc:spChg chg="add del">
          <ac:chgData name="Samuel Pelage" userId="54db4591437a0f12" providerId="Windows Live" clId="Web-{28018C0E-86EF-444E-8799-BC740845E7EE}" dt="2024-09-19T01:13:20.986" v="150"/>
          <ac:spMkLst>
            <pc:docMk/>
            <pc:sldMk cId="1106552212" sldId="258"/>
            <ac:spMk id="14" creationId="{497CC5E5-8BD5-4C2A-AB2D-2BADB38D75D6}"/>
          </ac:spMkLst>
        </pc:spChg>
        <pc:spChg chg="add del">
          <ac:chgData name="Samuel Pelage" userId="54db4591437a0f12" providerId="Windows Live" clId="Web-{28018C0E-86EF-444E-8799-BC740845E7EE}" dt="2024-09-19T01:13:20.986" v="150"/>
          <ac:spMkLst>
            <pc:docMk/>
            <pc:sldMk cId="1106552212" sldId="258"/>
            <ac:spMk id="15" creationId="{5519AB9A-7903-44D7-A07F-8C461C797CE1}"/>
          </ac:spMkLst>
        </pc:spChg>
        <pc:spChg chg="add">
          <ac:chgData name="Samuel Pelage" userId="54db4591437a0f12" providerId="Windows Live" clId="Web-{28018C0E-86EF-444E-8799-BC740845E7EE}" dt="2024-09-19T01:13:20.986" v="150"/>
          <ac:spMkLst>
            <pc:docMk/>
            <pc:sldMk cId="1106552212" sldId="258"/>
            <ac:spMk id="20" creationId="{6E1232CA-F1A1-4361-A49F-8EAA874C9F94}"/>
          </ac:spMkLst>
        </pc:spChg>
        <pc:spChg chg="add">
          <ac:chgData name="Samuel Pelage" userId="54db4591437a0f12" providerId="Windows Live" clId="Web-{28018C0E-86EF-444E-8799-BC740845E7EE}" dt="2024-09-19T01:13:20.986" v="150"/>
          <ac:spMkLst>
            <pc:docMk/>
            <pc:sldMk cId="1106552212" sldId="258"/>
            <ac:spMk id="22" creationId="{C7727DAE-6F3E-46B6-B72D-B21ED2899747}"/>
          </ac:spMkLst>
        </pc:spChg>
        <pc:picChg chg="add del mod ord">
          <ac:chgData name="Samuel Pelage" userId="54db4591437a0f12" providerId="Windows Live" clId="Web-{28018C0E-86EF-444E-8799-BC740845E7EE}" dt="2024-09-19T01:13:20.986" v="150"/>
          <ac:picMkLst>
            <pc:docMk/>
            <pc:sldMk cId="1106552212" sldId="258"/>
            <ac:picMk id="4" creationId="{92EE4E17-CCB3-875F-8802-E8A7539AC4D3}"/>
          </ac:picMkLst>
        </pc:picChg>
      </pc:sldChg>
      <pc:sldChg chg="addSp delSp modSp del mod setBg modClrScheme chgLayout">
        <pc:chgData name="Samuel Pelage" userId="54db4591437a0f12" providerId="Windows Live" clId="Web-{28018C0E-86EF-444E-8799-BC740845E7EE}" dt="2024-09-19T01:14:10.081" v="156"/>
        <pc:sldMkLst>
          <pc:docMk/>
          <pc:sldMk cId="476983193" sldId="259"/>
        </pc:sldMkLst>
        <pc:spChg chg="mod ord">
          <ac:chgData name="Samuel Pelage" userId="54db4591437a0f12" providerId="Windows Live" clId="Web-{28018C0E-86EF-444E-8799-BC740845E7EE}" dt="2024-09-19T01:11:17.123" v="140"/>
          <ac:spMkLst>
            <pc:docMk/>
            <pc:sldMk cId="476983193" sldId="259"/>
            <ac:spMk id="2" creationId="{726678A5-88BA-849E-5D50-58F1382BFFA3}"/>
          </ac:spMkLst>
        </pc:spChg>
        <pc:spChg chg="add del mod">
          <ac:chgData name="Samuel Pelage" userId="54db4591437a0f12" providerId="Windows Live" clId="Web-{28018C0E-86EF-444E-8799-BC740845E7EE}" dt="2024-09-19T00:54:39.935" v="57"/>
          <ac:spMkLst>
            <pc:docMk/>
            <pc:sldMk cId="476983193" sldId="259"/>
            <ac:spMk id="5" creationId="{3A51339A-5D9C-64B4-1468-155C68E3C182}"/>
          </ac:spMkLst>
        </pc:spChg>
        <pc:spChg chg="add del">
          <ac:chgData name="Samuel Pelage" userId="54db4591437a0f12" providerId="Windows Live" clId="Web-{28018C0E-86EF-444E-8799-BC740845E7EE}" dt="2024-09-19T00:58:42.949" v="103"/>
          <ac:spMkLst>
            <pc:docMk/>
            <pc:sldMk cId="476983193" sldId="259"/>
            <ac:spMk id="9" creationId="{F0FD769F-BDEE-4149-8C98-A92F1F8A145F}"/>
          </ac:spMkLst>
        </pc:spChg>
        <pc:spChg chg="add del">
          <ac:chgData name="Samuel Pelage" userId="54db4591437a0f12" providerId="Windows Live" clId="Web-{28018C0E-86EF-444E-8799-BC740845E7EE}" dt="2024-09-19T00:58:42.949" v="103"/>
          <ac:spMkLst>
            <pc:docMk/>
            <pc:sldMk cId="476983193" sldId="259"/>
            <ac:spMk id="11" creationId="{DC00EF3B-797F-4060-9460-6EEF08B1B150}"/>
          </ac:spMkLst>
        </pc:spChg>
        <pc:spChg chg="add del">
          <ac:chgData name="Samuel Pelage" userId="54db4591437a0f12" providerId="Windows Live" clId="Web-{28018C0E-86EF-444E-8799-BC740845E7EE}" dt="2024-09-19T00:58:42.949" v="103"/>
          <ac:spMkLst>
            <pc:docMk/>
            <pc:sldMk cId="476983193" sldId="259"/>
            <ac:spMk id="13" creationId="{AD1D8824-ADDE-4D07-8C6A-A88D1A27AA10}"/>
          </ac:spMkLst>
        </pc:spChg>
        <pc:spChg chg="add del">
          <ac:chgData name="Samuel Pelage" userId="54db4591437a0f12" providerId="Windows Live" clId="Web-{28018C0E-86EF-444E-8799-BC740845E7EE}" dt="2024-09-19T00:58:48.496" v="104"/>
          <ac:spMkLst>
            <pc:docMk/>
            <pc:sldMk cId="476983193" sldId="259"/>
            <ac:spMk id="17" creationId="{0C4A6911-9251-0B63-97A5-98AC68F06622}"/>
          </ac:spMkLst>
        </pc:spChg>
        <pc:picChg chg="del mod ord">
          <ac:chgData name="Samuel Pelage" userId="54db4591437a0f12" providerId="Windows Live" clId="Web-{28018C0E-86EF-444E-8799-BC740845E7EE}" dt="2024-09-19T00:53:42.151" v="56"/>
          <ac:picMkLst>
            <pc:docMk/>
            <pc:sldMk cId="476983193" sldId="259"/>
            <ac:picMk id="4" creationId="{7E927929-0FCE-50EE-BEAD-EDCAA70FAD5F}"/>
          </ac:picMkLst>
        </pc:picChg>
        <pc:picChg chg="add del mod ord">
          <ac:chgData name="Samuel Pelage" userId="54db4591437a0f12" providerId="Windows Live" clId="Web-{28018C0E-86EF-444E-8799-BC740845E7EE}" dt="2024-09-19T00:59:01.434" v="107"/>
          <ac:picMkLst>
            <pc:docMk/>
            <pc:sldMk cId="476983193" sldId="259"/>
            <ac:picMk id="6" creationId="{7F2281FB-95A2-1AA5-09B3-9016ADA7EFB6}"/>
          </ac:picMkLst>
        </pc:picChg>
        <pc:picChg chg="add del mod">
          <ac:chgData name="Samuel Pelage" userId="54db4591437a0f12" providerId="Windows Live" clId="Web-{28018C0E-86EF-444E-8799-BC740845E7EE}" dt="2024-09-19T01:00:01.906" v="111"/>
          <ac:picMkLst>
            <pc:docMk/>
            <pc:sldMk cId="476983193" sldId="259"/>
            <ac:picMk id="7" creationId="{2E7F3A59-E407-405D-03B4-093ADE613D80}"/>
          </ac:picMkLst>
        </pc:picChg>
        <pc:picChg chg="add del mod">
          <ac:chgData name="Samuel Pelage" userId="54db4591437a0f12" providerId="Windows Live" clId="Web-{28018C0E-86EF-444E-8799-BC740845E7EE}" dt="2024-09-19T01:04:22.827" v="122"/>
          <ac:picMkLst>
            <pc:docMk/>
            <pc:sldMk cId="476983193" sldId="259"/>
            <ac:picMk id="8" creationId="{E8CCF3C5-D83E-DECD-8118-33DF40247EBF}"/>
          </ac:picMkLst>
        </pc:picChg>
        <pc:picChg chg="add mod">
          <ac:chgData name="Samuel Pelage" userId="54db4591437a0f12" providerId="Windows Live" clId="Web-{28018C0E-86EF-444E-8799-BC740845E7EE}" dt="2024-09-19T01:05:24.393" v="131" actId="1076"/>
          <ac:picMkLst>
            <pc:docMk/>
            <pc:sldMk cId="476983193" sldId="259"/>
            <ac:picMk id="10" creationId="{AEA6F26C-8AF4-A583-A4ED-5403973BAF93}"/>
          </ac:picMkLst>
        </pc:picChg>
      </pc:sldChg>
      <pc:sldChg chg="addSp delSp modSp new">
        <pc:chgData name="Samuel Pelage" userId="54db4591437a0f12" providerId="Windows Live" clId="Web-{28018C0E-86EF-444E-8799-BC740845E7EE}" dt="2024-09-19T02:06:49.830" v="399" actId="1076"/>
        <pc:sldMkLst>
          <pc:docMk/>
          <pc:sldMk cId="3811113537" sldId="259"/>
        </pc:sldMkLst>
        <pc:spChg chg="mod">
          <ac:chgData name="Samuel Pelage" userId="54db4591437a0f12" providerId="Windows Live" clId="Web-{28018C0E-86EF-444E-8799-BC740845E7EE}" dt="2024-09-19T02:06:27.173" v="394" actId="1076"/>
          <ac:spMkLst>
            <pc:docMk/>
            <pc:sldMk cId="3811113537" sldId="259"/>
            <ac:spMk id="2" creationId="{BABD982D-F034-0E12-7E61-D78FA47D8F1B}"/>
          </ac:spMkLst>
        </pc:spChg>
        <pc:spChg chg="del">
          <ac:chgData name="Samuel Pelage" userId="54db4591437a0f12" providerId="Windows Live" clId="Web-{28018C0E-86EF-444E-8799-BC740845E7EE}" dt="2024-09-19T02:06:02.874" v="387"/>
          <ac:spMkLst>
            <pc:docMk/>
            <pc:sldMk cId="3811113537" sldId="259"/>
            <ac:spMk id="3" creationId="{9CFE16A3-5B20-05A7-087A-AD636EE91A35}"/>
          </ac:spMkLst>
        </pc:spChg>
        <pc:picChg chg="add mod ord">
          <ac:chgData name="Samuel Pelage" userId="54db4591437a0f12" providerId="Windows Live" clId="Web-{28018C0E-86EF-444E-8799-BC740845E7EE}" dt="2024-09-19T02:06:49.830" v="399" actId="1076"/>
          <ac:picMkLst>
            <pc:docMk/>
            <pc:sldMk cId="3811113537" sldId="259"/>
            <ac:picMk id="4" creationId="{D97CD984-499A-3B67-6301-66B5B9718C90}"/>
          </ac:picMkLst>
        </pc:picChg>
      </pc:sldChg>
      <pc:sldChg chg="modSp del mod modClrScheme chgLayout">
        <pc:chgData name="Samuel Pelage" userId="54db4591437a0f12" providerId="Windows Live" clId="Web-{28018C0E-86EF-444E-8799-BC740845E7EE}" dt="2024-09-19T01:14:01.956" v="153"/>
        <pc:sldMkLst>
          <pc:docMk/>
          <pc:sldMk cId="3118320059" sldId="260"/>
        </pc:sldMkLst>
        <pc:spChg chg="mod ord">
          <ac:chgData name="Samuel Pelage" userId="54db4591437a0f12" providerId="Windows Live" clId="Web-{28018C0E-86EF-444E-8799-BC740845E7EE}" dt="2024-09-19T01:11:17.123" v="140"/>
          <ac:spMkLst>
            <pc:docMk/>
            <pc:sldMk cId="3118320059" sldId="260"/>
            <ac:spMk id="2" creationId="{E7460FAA-A62E-1BB4-9FE7-E4E293FBABE9}"/>
          </ac:spMkLst>
        </pc:spChg>
        <pc:picChg chg="mod ord">
          <ac:chgData name="Samuel Pelage" userId="54db4591437a0f12" providerId="Windows Live" clId="Web-{28018C0E-86EF-444E-8799-BC740845E7EE}" dt="2024-09-19T01:11:17.123" v="140"/>
          <ac:picMkLst>
            <pc:docMk/>
            <pc:sldMk cId="3118320059" sldId="260"/>
            <ac:picMk id="4" creationId="{D43A5D94-4D52-2D6F-ADEF-07287E754E41}"/>
          </ac:picMkLst>
        </pc:picChg>
      </pc:sldChg>
      <pc:sldChg chg="addSp delSp modSp new">
        <pc:chgData name="Samuel Pelage" userId="54db4591437a0f12" providerId="Windows Live" clId="Web-{28018C0E-86EF-444E-8799-BC740845E7EE}" dt="2024-09-19T02:07:45.441" v="411" actId="1076"/>
        <pc:sldMkLst>
          <pc:docMk/>
          <pc:sldMk cId="3184920760" sldId="260"/>
        </pc:sldMkLst>
        <pc:spChg chg="mod">
          <ac:chgData name="Samuel Pelage" userId="54db4591437a0f12" providerId="Windows Live" clId="Web-{28018C0E-86EF-444E-8799-BC740845E7EE}" dt="2024-09-19T02:07:37.816" v="410" actId="1076"/>
          <ac:spMkLst>
            <pc:docMk/>
            <pc:sldMk cId="3184920760" sldId="260"/>
            <ac:spMk id="2" creationId="{00C02D1C-013C-51BA-5AD5-A52D5FB33AB0}"/>
          </ac:spMkLst>
        </pc:spChg>
        <pc:spChg chg="del">
          <ac:chgData name="Samuel Pelage" userId="54db4591437a0f12" providerId="Windows Live" clId="Web-{28018C0E-86EF-444E-8799-BC740845E7EE}" dt="2024-09-19T02:07:27.534" v="405"/>
          <ac:spMkLst>
            <pc:docMk/>
            <pc:sldMk cId="3184920760" sldId="260"/>
            <ac:spMk id="3" creationId="{F30B8938-99F3-6496-9016-FE41E500D233}"/>
          </ac:spMkLst>
        </pc:spChg>
        <pc:picChg chg="add mod ord">
          <ac:chgData name="Samuel Pelage" userId="54db4591437a0f12" providerId="Windows Live" clId="Web-{28018C0E-86EF-444E-8799-BC740845E7EE}" dt="2024-09-19T02:07:45.441" v="411" actId="1076"/>
          <ac:picMkLst>
            <pc:docMk/>
            <pc:sldMk cId="3184920760" sldId="260"/>
            <ac:picMk id="4" creationId="{F9A77221-507B-1083-EAB5-C6705BECBF07}"/>
          </ac:picMkLst>
        </pc:picChg>
      </pc:sldChg>
      <pc:sldChg chg="addSp delSp modSp new del mod modClrScheme chgLayout">
        <pc:chgData name="Samuel Pelage" userId="54db4591437a0f12" providerId="Windows Live" clId="Web-{28018C0E-86EF-444E-8799-BC740845E7EE}" dt="2024-09-19T00:30:43.536" v="49"/>
        <pc:sldMkLst>
          <pc:docMk/>
          <pc:sldMk cId="3485682768" sldId="261"/>
        </pc:sldMkLst>
        <pc:spChg chg="del">
          <ac:chgData name="Samuel Pelage" userId="54db4591437a0f12" providerId="Windows Live" clId="Web-{28018C0E-86EF-444E-8799-BC740845E7EE}" dt="2024-09-19T00:22:15.488" v="2"/>
          <ac:spMkLst>
            <pc:docMk/>
            <pc:sldMk cId="3485682768" sldId="261"/>
            <ac:spMk id="2" creationId="{E4361825-B93F-49D5-2CEA-418FF122D8D9}"/>
          </ac:spMkLst>
        </pc:spChg>
        <pc:spChg chg="del">
          <ac:chgData name="Samuel Pelage" userId="54db4591437a0f12" providerId="Windows Live" clId="Web-{28018C0E-86EF-444E-8799-BC740845E7EE}" dt="2024-09-19T00:22:16.926" v="3"/>
          <ac:spMkLst>
            <pc:docMk/>
            <pc:sldMk cId="3485682768" sldId="261"/>
            <ac:spMk id="3" creationId="{D3F22AD9-FC24-1844-BDFD-BA764173385D}"/>
          </ac:spMkLst>
        </pc:spChg>
        <pc:picChg chg="add mod ord">
          <ac:chgData name="Samuel Pelage" userId="54db4591437a0f12" providerId="Windows Live" clId="Web-{28018C0E-86EF-444E-8799-BC740845E7EE}" dt="2024-09-19T00:29:55.409" v="42"/>
          <ac:picMkLst>
            <pc:docMk/>
            <pc:sldMk cId="3485682768" sldId="261"/>
            <ac:picMk id="5" creationId="{C51717FC-2254-A836-20E8-73BA02E63B07}"/>
          </ac:picMkLst>
        </pc:picChg>
      </pc:sldChg>
      <pc:sldChg chg="addSp delSp modSp new del">
        <pc:chgData name="Samuel Pelage" userId="54db4591437a0f12" providerId="Windows Live" clId="Web-{28018C0E-86EF-444E-8799-BC740845E7EE}" dt="2024-09-19T00:58:32.995" v="101"/>
        <pc:sldMkLst>
          <pc:docMk/>
          <pc:sldMk cId="4277073002" sldId="261"/>
        </pc:sldMkLst>
        <pc:spChg chg="del">
          <ac:chgData name="Samuel Pelage" userId="54db4591437a0f12" providerId="Windows Live" clId="Web-{28018C0E-86EF-444E-8799-BC740845E7EE}" dt="2024-09-19T00:55:26.828" v="67"/>
          <ac:spMkLst>
            <pc:docMk/>
            <pc:sldMk cId="4277073002" sldId="261"/>
            <ac:spMk id="2" creationId="{1A512295-0C15-38AA-0184-342FEE637E6B}"/>
          </ac:spMkLst>
        </pc:spChg>
        <pc:spChg chg="del">
          <ac:chgData name="Samuel Pelage" userId="54db4591437a0f12" providerId="Windows Live" clId="Web-{28018C0E-86EF-444E-8799-BC740845E7EE}" dt="2024-09-19T00:55:17.984" v="64"/>
          <ac:spMkLst>
            <pc:docMk/>
            <pc:sldMk cId="4277073002" sldId="261"/>
            <ac:spMk id="3" creationId="{68AF8569-6269-F20E-7E4A-2F58AFC6ACEC}"/>
          </ac:spMkLst>
        </pc:spChg>
        <pc:spChg chg="add del mod">
          <ac:chgData name="Samuel Pelage" userId="54db4591437a0f12" providerId="Windows Live" clId="Web-{28018C0E-86EF-444E-8799-BC740845E7EE}" dt="2024-09-19T00:56:02.409" v="74"/>
          <ac:spMkLst>
            <pc:docMk/>
            <pc:sldMk cId="4277073002" sldId="261"/>
            <ac:spMk id="6" creationId="{EBFF41E8-D828-0968-CEFF-FF46999E396C}"/>
          </ac:spMkLst>
        </pc:spChg>
        <pc:spChg chg="add del mod">
          <ac:chgData name="Samuel Pelage" userId="54db4591437a0f12" providerId="Windows Live" clId="Web-{28018C0E-86EF-444E-8799-BC740845E7EE}" dt="2024-09-19T00:56:37.286" v="76"/>
          <ac:spMkLst>
            <pc:docMk/>
            <pc:sldMk cId="4277073002" sldId="261"/>
            <ac:spMk id="9" creationId="{8069D213-14F8-E59E-9609-5F3E0534B436}"/>
          </ac:spMkLst>
        </pc:spChg>
        <pc:spChg chg="add del mod">
          <ac:chgData name="Samuel Pelage" userId="54db4591437a0f12" providerId="Windows Live" clId="Web-{28018C0E-86EF-444E-8799-BC740845E7EE}" dt="2024-09-19T00:57:17.256" v="83"/>
          <ac:spMkLst>
            <pc:docMk/>
            <pc:sldMk cId="4277073002" sldId="261"/>
            <ac:spMk id="12" creationId="{EEA49E84-6CE4-D736-21DB-9427A8012529}"/>
          </ac:spMkLst>
        </pc:spChg>
        <pc:spChg chg="add del mod">
          <ac:chgData name="Samuel Pelage" userId="54db4591437a0f12" providerId="Windows Live" clId="Web-{28018C0E-86EF-444E-8799-BC740845E7EE}" dt="2024-09-19T00:57:50.399" v="90"/>
          <ac:spMkLst>
            <pc:docMk/>
            <pc:sldMk cId="4277073002" sldId="261"/>
            <ac:spMk id="15" creationId="{9AF8AFF4-753A-0E88-6B5B-97A44E7C6605}"/>
          </ac:spMkLst>
        </pc:spChg>
        <pc:picChg chg="add del mod ord">
          <ac:chgData name="Samuel Pelage" userId="54db4591437a0f12" providerId="Windows Live" clId="Web-{28018C0E-86EF-444E-8799-BC740845E7EE}" dt="2024-09-19T00:55:51.595" v="73"/>
          <ac:picMkLst>
            <pc:docMk/>
            <pc:sldMk cId="4277073002" sldId="261"/>
            <ac:picMk id="4" creationId="{2F7779EE-0D5B-7695-E1F7-7BC2208EE8EF}"/>
          </ac:picMkLst>
        </pc:picChg>
        <pc:picChg chg="add del mod ord">
          <ac:chgData name="Samuel Pelage" userId="54db4591437a0f12" providerId="Windows Live" clId="Web-{28018C0E-86EF-444E-8799-BC740845E7EE}" dt="2024-09-19T00:56:21.644" v="75"/>
          <ac:picMkLst>
            <pc:docMk/>
            <pc:sldMk cId="4277073002" sldId="261"/>
            <ac:picMk id="7" creationId="{BDB8C83E-1CC8-412F-5E0C-6137B8FA360E}"/>
          </ac:picMkLst>
        </pc:picChg>
        <pc:picChg chg="add del mod ord">
          <ac:chgData name="Samuel Pelage" userId="54db4591437a0f12" providerId="Windows Live" clId="Web-{28018C0E-86EF-444E-8799-BC740845E7EE}" dt="2024-09-19T00:56:41.083" v="82"/>
          <ac:picMkLst>
            <pc:docMk/>
            <pc:sldMk cId="4277073002" sldId="261"/>
            <ac:picMk id="10" creationId="{2D44DC8F-7274-9A2F-AE11-0233C0A6E941}"/>
          </ac:picMkLst>
        </pc:picChg>
        <pc:picChg chg="add del mod ord">
          <ac:chgData name="Samuel Pelage" userId="54db4591437a0f12" providerId="Windows Live" clId="Web-{28018C0E-86EF-444E-8799-BC740845E7EE}" dt="2024-09-19T00:57:27.851" v="89"/>
          <ac:picMkLst>
            <pc:docMk/>
            <pc:sldMk cId="4277073002" sldId="261"/>
            <ac:picMk id="13" creationId="{D08563EC-801E-053B-4893-E0045CD2FCB9}"/>
          </ac:picMkLst>
        </pc:picChg>
        <pc:picChg chg="add mod ord">
          <ac:chgData name="Samuel Pelage" userId="54db4591437a0f12" providerId="Windows Live" clId="Web-{28018C0E-86EF-444E-8799-BC740845E7EE}" dt="2024-09-19T00:58:24.198" v="100" actId="1076"/>
          <ac:picMkLst>
            <pc:docMk/>
            <pc:sldMk cId="4277073002" sldId="261"/>
            <ac:picMk id="16" creationId="{C530752B-71EB-1D58-7E79-BB0F81CE1BCA}"/>
          </ac:picMkLst>
        </pc:picChg>
      </pc:sldChg>
      <pc:sldMasterChg chg="del mod setBg delSldLayout modSldLayout">
        <pc:chgData name="Samuel Pelage" userId="54db4591437a0f12" providerId="Windows Live" clId="Web-{28018C0E-86EF-444E-8799-BC740845E7EE}" dt="2024-09-19T00:27:49.327" v="25"/>
        <pc:sldMasterMkLst>
          <pc:docMk/>
          <pc:sldMasterMk cId="2039944001" sldId="2147483672"/>
        </pc:sldMasterMkLst>
        <pc:sldLayoutChg chg="del mod setFolMasterObjs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3335418787" sldId="2147483673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2111244948" sldId="2147483674"/>
          </pc:sldLayoutMkLst>
        </pc:sldLayoutChg>
        <pc:sldLayoutChg chg="del mod setFolMasterObjs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139899280" sldId="2147483675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2541476314" sldId="2147483676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3321580233" sldId="2147483677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2808634526" sldId="2147483678"/>
          </pc:sldLayoutMkLst>
        </pc:sldLayoutChg>
        <pc:sldLayoutChg chg="del mod setFolMasterObjs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2301036025" sldId="2147483679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4106779197" sldId="2147483680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3614357518" sldId="2147483681"/>
          </pc:sldLayoutMkLst>
        </pc:sldLayoutChg>
        <pc:sldLayoutChg chg="del mod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2745235850" sldId="2147483682"/>
          </pc:sldLayoutMkLst>
        </pc:sldLayoutChg>
        <pc:sldLayoutChg chg="del mod setFolMasterObjs">
          <pc:chgData name="Samuel Pelage" userId="54db4591437a0f12" providerId="Windows Live" clId="Web-{28018C0E-86EF-444E-8799-BC740845E7EE}" dt="2024-09-19T00:27:49.327" v="25"/>
          <pc:sldLayoutMkLst>
            <pc:docMk/>
            <pc:sldMasterMk cId="2039944001" sldId="2147483672"/>
            <pc:sldLayoutMk cId="3174252727" sldId="2147483683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06.142" v="36"/>
        <pc:sldMasterMkLst>
          <pc:docMk/>
          <pc:sldMasterMk cId="4216323532" sldId="2147483684"/>
        </pc:sldMasterMkLst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2024449667" sldId="214748368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2843595592" sldId="214748368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2579264646" sldId="214748368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3910197284" sldId="214748368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10664758" sldId="214748368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1498459881" sldId="214748369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1552915145" sldId="214748369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2487203978" sldId="214748369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1525877923" sldId="214748369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3425502947" sldId="214748369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06.142" v="36"/>
          <pc:sldLayoutMkLst>
            <pc:docMk/>
            <pc:sldMasterMk cId="4216323532" sldId="2147483684"/>
            <pc:sldLayoutMk cId="1022967743" sldId="2147483695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15.845" v="37"/>
        <pc:sldMasterMkLst>
          <pc:docMk/>
          <pc:sldMasterMk cId="3546282782" sldId="2147483696"/>
        </pc:sldMasterMkLst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856800319" sldId="214748369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3960707506" sldId="214748369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3414525835" sldId="214748369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4016451307" sldId="214748370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1055528696" sldId="214748370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3679098675" sldId="214748370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630382023" sldId="214748370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737177332" sldId="214748370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3965329145" sldId="214748370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798658397" sldId="214748370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809756697" sldId="214748370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1140297043" sldId="214748370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3495085169" sldId="214748370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5.845" v="37"/>
          <pc:sldLayoutMkLst>
            <pc:docMk/>
            <pc:sldMasterMk cId="3546282782" sldId="2147483696"/>
            <pc:sldLayoutMk cId="1986033295" sldId="2147483710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18.517" v="38"/>
        <pc:sldMasterMkLst>
          <pc:docMk/>
          <pc:sldMasterMk cId="3285580623" sldId="2147483711"/>
        </pc:sldMasterMkLst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2282100233" sldId="214748371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2712684283" sldId="214748371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671598206" sldId="214748371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3939739270" sldId="214748371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2682781846" sldId="214748371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3864012167" sldId="214748371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2106860059" sldId="214748371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3222167300" sldId="214748371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240642134" sldId="214748372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870325769" sldId="214748372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18.517" v="38"/>
          <pc:sldLayoutMkLst>
            <pc:docMk/>
            <pc:sldMasterMk cId="3285580623" sldId="2147483711"/>
            <pc:sldLayoutMk cId="4025565423" sldId="2147483722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28.283" v="39"/>
        <pc:sldMasterMkLst>
          <pc:docMk/>
          <pc:sldMasterMk cId="2753755774" sldId="2147483723"/>
        </pc:sldMasterMkLst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3021819182" sldId="214748372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3868617249" sldId="214748372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517958340" sldId="214748372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519514328" sldId="214748372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401594841" sldId="214748372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003721548" sldId="214748372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201400164" sldId="214748373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2432017386" sldId="214748373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569128164" sldId="214748373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1712846582" sldId="214748373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28.283" v="39"/>
          <pc:sldLayoutMkLst>
            <pc:docMk/>
            <pc:sldMasterMk cId="2753755774" sldId="2147483723"/>
            <pc:sldLayoutMk cId="3451727000" sldId="2147483734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40.205" v="40"/>
        <pc:sldMasterMkLst>
          <pc:docMk/>
          <pc:sldMasterMk cId="3268678372" sldId="2147483735"/>
        </pc:sldMasterMkLst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2035854848" sldId="214748373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2415477335" sldId="214748373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272226313" sldId="214748373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1222627412" sldId="214748373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2611926241" sldId="214748374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822357500" sldId="214748374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434896372" sldId="214748374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2440158308" sldId="214748374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51152326" sldId="214748374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65361790" sldId="214748374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504228082" sldId="214748374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1797713933" sldId="214748374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1650959534" sldId="214748374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4059177253" sldId="214748374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663693013" sldId="214748375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886050354" sldId="214748375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40.205" v="40"/>
          <pc:sldLayoutMkLst>
            <pc:docMk/>
            <pc:sldMasterMk cId="3268678372" sldId="2147483735"/>
            <pc:sldLayoutMk cId="3443967967" sldId="2147483752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52.065" v="41"/>
        <pc:sldMasterMkLst>
          <pc:docMk/>
          <pc:sldMasterMk cId="3762728541" sldId="2147483753"/>
        </pc:sldMasterMkLst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4051207976" sldId="214748375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122848793" sldId="214748375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2911680498" sldId="214748375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4795539" sldId="214748375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127174098" sldId="214748375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3827938857" sldId="214748375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2643037729" sldId="214748376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4177709036" sldId="214748376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4024963567" sldId="214748376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1052994013" sldId="214748376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1195866285" sldId="214748376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2563176095" sldId="214748376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3461677562" sldId="214748376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3753715990" sldId="214748376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2014392133" sldId="214748376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3170613713" sldId="214748376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2.065" v="41"/>
          <pc:sldLayoutMkLst>
            <pc:docMk/>
            <pc:sldMasterMk cId="3762728541" sldId="2147483753"/>
            <pc:sldLayoutMk cId="816388111" sldId="2147483770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0:29:55.409" v="42"/>
        <pc:sldMasterMkLst>
          <pc:docMk/>
          <pc:sldMasterMk cId="2398059767" sldId="2147483771"/>
        </pc:sldMasterMkLst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1879280414" sldId="2147483772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1203879691" sldId="2147483773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3993979855" sldId="2147483774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1424121209" sldId="2147483775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4203888438" sldId="2147483776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4164273574" sldId="2147483777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325772503" sldId="2147483778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1101942702" sldId="2147483779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3361947063" sldId="2147483780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167383318" sldId="2147483781"/>
          </pc:sldLayoutMkLst>
        </pc:sldLayoutChg>
        <pc:sldLayoutChg chg="add del mod replId">
          <pc:chgData name="Samuel Pelage" userId="54db4591437a0f12" providerId="Windows Live" clId="Web-{28018C0E-86EF-444E-8799-BC740845E7EE}" dt="2024-09-19T00:29:55.409" v="42"/>
          <pc:sldLayoutMkLst>
            <pc:docMk/>
            <pc:sldMasterMk cId="2398059767" sldId="2147483771"/>
            <pc:sldLayoutMk cId="638788651" sldId="2147483782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0:12.589" v="135"/>
        <pc:sldMasterMkLst>
          <pc:docMk/>
          <pc:sldMasterMk cId="2681364074" sldId="2147483783"/>
        </pc:sldMasterMkLst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1842544813" sldId="2147483784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1992381861" sldId="2147483785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489454614" sldId="2147483786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3177671380" sldId="2147483787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1413320321" sldId="2147483788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2837733542" sldId="2147483789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1732244695" sldId="2147483790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1923898670" sldId="2147483791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3713921211" sldId="2147483792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4155306984" sldId="2147483793"/>
          </pc:sldLayoutMkLst>
        </pc:sldLayoutChg>
        <pc:sldLayoutChg chg="add del mod replId">
          <pc:chgData name="Samuel Pelage" userId="54db4591437a0f12" providerId="Windows Live" clId="Web-{28018C0E-86EF-444E-8799-BC740845E7EE}" dt="2024-09-19T01:10:12.589" v="135"/>
          <pc:sldLayoutMkLst>
            <pc:docMk/>
            <pc:sldMasterMk cId="2681364074" sldId="2147483783"/>
            <pc:sldLayoutMk cId="2573548237" sldId="2147483794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0:48.856" v="136"/>
        <pc:sldMasterMkLst>
          <pc:docMk/>
          <pc:sldMasterMk cId="2406348035" sldId="2147483795"/>
        </pc:sldMasterMkLst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3060015778" sldId="2147483796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3398809525" sldId="2147483797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2096432863" sldId="2147483798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1003955213" sldId="2147483799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2995356867" sldId="2147483800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2070440591" sldId="2147483801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148135599" sldId="2147483802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1772082730" sldId="2147483803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915847915" sldId="2147483804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947484305" sldId="2147483805"/>
          </pc:sldLayoutMkLst>
        </pc:sldLayoutChg>
        <pc:sldLayoutChg chg="add del mod replId">
          <pc:chgData name="Samuel Pelage" userId="54db4591437a0f12" providerId="Windows Live" clId="Web-{28018C0E-86EF-444E-8799-BC740845E7EE}" dt="2024-09-19T01:10:48.856" v="136"/>
          <pc:sldLayoutMkLst>
            <pc:docMk/>
            <pc:sldMasterMk cId="2406348035" sldId="2147483795"/>
            <pc:sldLayoutMk cId="2983958095" sldId="2147483806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0:51.856" v="137"/>
        <pc:sldMasterMkLst>
          <pc:docMk/>
          <pc:sldMasterMk cId="1583326381" sldId="2147483807"/>
        </pc:sldMasterMkLst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2627501836" sldId="2147483808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896192309" sldId="2147483809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1127029299" sldId="2147483810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757241931" sldId="2147483811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463823536" sldId="2147483812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1056883487" sldId="2147483813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1131841622" sldId="2147483814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1185463871" sldId="2147483815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4259952586" sldId="2147483816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2954645939" sldId="2147483817"/>
          </pc:sldLayoutMkLst>
        </pc:sldLayoutChg>
        <pc:sldLayoutChg chg="add del mod replId">
          <pc:chgData name="Samuel Pelage" userId="54db4591437a0f12" providerId="Windows Live" clId="Web-{28018C0E-86EF-444E-8799-BC740845E7EE}" dt="2024-09-19T01:10:51.856" v="137"/>
          <pc:sldLayoutMkLst>
            <pc:docMk/>
            <pc:sldMasterMk cId="1583326381" sldId="2147483807"/>
            <pc:sldLayoutMk cId="3957054044" sldId="2147483818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1:01.278" v="138"/>
        <pc:sldMasterMkLst>
          <pc:docMk/>
          <pc:sldMasterMk cId="325260385" sldId="2147483819"/>
        </pc:sldMasterMkLst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165982004" sldId="2147483820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3986318303" sldId="2147483821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1409281249" sldId="2147483822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1688770540" sldId="2147483823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4214789599" sldId="2147483824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1341679281" sldId="2147483825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3803850310" sldId="2147483826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4194862167" sldId="2147483827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3939316570" sldId="2147483828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1743145315" sldId="2147483829"/>
          </pc:sldLayoutMkLst>
        </pc:sldLayoutChg>
        <pc:sldLayoutChg chg="add del mod replId">
          <pc:chgData name="Samuel Pelage" userId="54db4591437a0f12" providerId="Windows Live" clId="Web-{28018C0E-86EF-444E-8799-BC740845E7EE}" dt="2024-09-19T01:11:01.278" v="138"/>
          <pc:sldLayoutMkLst>
            <pc:docMk/>
            <pc:sldMasterMk cId="325260385" sldId="2147483819"/>
            <pc:sldLayoutMk cId="3608325598" sldId="2147483830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1:12.935" v="139"/>
        <pc:sldMasterMkLst>
          <pc:docMk/>
          <pc:sldMasterMk cId="2753075995" sldId="2147483831"/>
        </pc:sldMasterMkLst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304669720" sldId="2147483832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4252891888" sldId="2147483833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2693645993" sldId="2147483834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4112821356" sldId="2147483835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1098749233" sldId="2147483836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4288011675" sldId="2147483837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3937898220" sldId="2147483838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1187802312" sldId="2147483839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3695025698" sldId="2147483840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1060471821" sldId="2147483841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2.935" v="139"/>
          <pc:sldLayoutMkLst>
            <pc:docMk/>
            <pc:sldMasterMk cId="2753075995" sldId="2147483831"/>
            <pc:sldLayoutMk cId="3221516277" sldId="2147483842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1:17.123" v="140"/>
        <pc:sldMasterMkLst>
          <pc:docMk/>
          <pc:sldMasterMk cId="3440801411" sldId="2147483843"/>
        </pc:sldMasterMkLst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2850744699" sldId="2147483844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3596658121" sldId="2147483845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1344927842" sldId="2147483846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1534348694" sldId="2147483847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2382260685" sldId="2147483848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3608936127" sldId="2147483849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3762811647" sldId="2147483850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2988338187" sldId="2147483851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1100915102" sldId="2147483852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1675611160" sldId="2147483853"/>
          </pc:sldLayoutMkLst>
        </pc:sldLayoutChg>
        <pc:sldLayoutChg chg="add del mod replId">
          <pc:chgData name="Samuel Pelage" userId="54db4591437a0f12" providerId="Windows Live" clId="Web-{28018C0E-86EF-444E-8799-BC740845E7EE}" dt="2024-09-19T01:11:17.123" v="140"/>
          <pc:sldLayoutMkLst>
            <pc:docMk/>
            <pc:sldMasterMk cId="3440801411" sldId="2147483843"/>
            <pc:sldLayoutMk cId="2610041107" sldId="2147483854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4:25.410" v="159"/>
        <pc:sldMasterMkLst>
          <pc:docMk/>
          <pc:sldMasterMk cId="130421691" sldId="2147483855"/>
        </pc:sldMasterMkLst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3571475289" sldId="2147483856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296432180" sldId="2147483857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3673407767" sldId="2147483858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1511791760" sldId="2147483859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1035627533" sldId="2147483860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330814599" sldId="2147483861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761784355" sldId="2147483862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1651548832" sldId="2147483863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3736886420" sldId="2147483864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3135820239" sldId="2147483865"/>
          </pc:sldLayoutMkLst>
        </pc:sldLayoutChg>
        <pc:sldLayoutChg chg="add del mod replId">
          <pc:chgData name="Samuel Pelage" userId="54db4591437a0f12" providerId="Windows Live" clId="Web-{28018C0E-86EF-444E-8799-BC740845E7EE}" dt="2024-09-19T01:14:25.410" v="159"/>
          <pc:sldLayoutMkLst>
            <pc:docMk/>
            <pc:sldMasterMk cId="130421691" sldId="2147483855"/>
            <pc:sldLayoutMk cId="2531561805" sldId="2147483866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14:31.504" v="160"/>
        <pc:sldMasterMkLst>
          <pc:docMk/>
          <pc:sldMasterMk cId="3727878764" sldId="2147483867"/>
        </pc:sldMasterMkLst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934819623" sldId="2147483868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381483821" sldId="2147483869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4056842512" sldId="2147483870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1402588628" sldId="2147483871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1799980089" sldId="2147483872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1904555621" sldId="2147483873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3118049005" sldId="2147483874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543593763" sldId="2147483875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2920204995" sldId="2147483876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3640313445" sldId="2147483877"/>
          </pc:sldLayoutMkLst>
        </pc:sldLayoutChg>
        <pc:sldLayoutChg chg="add del mod replId">
          <pc:chgData name="Samuel Pelage" userId="54db4591437a0f12" providerId="Windows Live" clId="Web-{28018C0E-86EF-444E-8799-BC740845E7EE}" dt="2024-09-19T01:14:31.504" v="160"/>
          <pc:sldLayoutMkLst>
            <pc:docMk/>
            <pc:sldMasterMk cId="3727878764" sldId="2147483867"/>
            <pc:sldLayoutMk cId="835385867" sldId="2147483878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20:57.054" v="303"/>
        <pc:sldMasterMkLst>
          <pc:docMk/>
          <pc:sldMasterMk cId="427480669" sldId="2147483879"/>
        </pc:sldMasterMkLst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3404253776" sldId="2147483880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954161219" sldId="2147483881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2560775405" sldId="2147483882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855447874" sldId="2147483883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521409604" sldId="2147483884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1980863997" sldId="2147483885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3296366300" sldId="2147483886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58341182" sldId="2147483887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3665741220" sldId="2147483888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2303159119" sldId="2147483889"/>
          </pc:sldLayoutMkLst>
        </pc:sldLayoutChg>
        <pc:sldLayoutChg chg="add del mod replId">
          <pc:chgData name="Samuel Pelage" userId="54db4591437a0f12" providerId="Windows Live" clId="Web-{28018C0E-86EF-444E-8799-BC740845E7EE}" dt="2024-09-19T01:20:57.054" v="303"/>
          <pc:sldLayoutMkLst>
            <pc:docMk/>
            <pc:sldMasterMk cId="427480669" sldId="2147483879"/>
            <pc:sldLayoutMk cId="4160617715" sldId="2147483890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22:54.073" v="311"/>
        <pc:sldMasterMkLst>
          <pc:docMk/>
          <pc:sldMasterMk cId="1236600020" sldId="2147483891"/>
        </pc:sldMasterMkLst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2017990944" sldId="2147483892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3297118903" sldId="2147483893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348098895" sldId="2147483894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3315624492" sldId="2147483895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3211514442" sldId="2147483896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2381402709" sldId="2147483897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4054981697" sldId="2147483898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2886714799" sldId="2147483899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409294709" sldId="2147483900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2519231237" sldId="2147483901"/>
          </pc:sldLayoutMkLst>
        </pc:sldLayoutChg>
        <pc:sldLayoutChg chg="add del mod replId">
          <pc:chgData name="Samuel Pelage" userId="54db4591437a0f12" providerId="Windows Live" clId="Web-{28018C0E-86EF-444E-8799-BC740845E7EE}" dt="2024-09-19T01:22:54.073" v="311"/>
          <pc:sldLayoutMkLst>
            <pc:docMk/>
            <pc:sldMasterMk cId="1236600020" sldId="2147483891"/>
            <pc:sldLayoutMk cId="1365065657" sldId="2147483902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23:06.652" v="312"/>
        <pc:sldMasterMkLst>
          <pc:docMk/>
          <pc:sldMasterMk cId="3563032105" sldId="2147483903"/>
        </pc:sldMasterMkLst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235502140" sldId="214748390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3774455525" sldId="214748390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3833676587" sldId="2147483906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253998376" sldId="2147483907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605012578" sldId="2147483908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074371938" sldId="2147483909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44854017" sldId="2147483910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506354907" sldId="2147483911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1077116781" sldId="2147483912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462163631" sldId="2147483913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1460722428" sldId="214748391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547941262" sldId="214748391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4085653962" sldId="2147483916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1115170646" sldId="2147483917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3626423871" sldId="2147483918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230738864" sldId="2147483919"/>
          </pc:sldLayoutMkLst>
        </pc:sldLayoutChg>
        <pc:sldLayoutChg chg="add del mod replId">
          <pc:chgData name="Samuel Pelage" userId="54db4591437a0f12" providerId="Windows Live" clId="Web-{28018C0E-86EF-444E-8799-BC740845E7EE}" dt="2024-09-19T01:23:06.652" v="312"/>
          <pc:sldLayoutMkLst>
            <pc:docMk/>
            <pc:sldMasterMk cId="3563032105" sldId="2147483903"/>
            <pc:sldLayoutMk cId="2517645350" sldId="2147483920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23:17.996" v="313"/>
        <pc:sldMasterMkLst>
          <pc:docMk/>
          <pc:sldMasterMk cId="48690089" sldId="2147483921"/>
        </pc:sldMasterMkLst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2998231230" sldId="2147483922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101719181" sldId="2147483923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2503607040" sldId="214748392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205320553" sldId="214748392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299815404" sldId="2147483926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3606739787" sldId="2147483927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2782917057" sldId="2147483928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1242923483" sldId="2147483929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1798815970" sldId="2147483930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55496281" sldId="2147483931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577132201" sldId="2147483932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745757409" sldId="2147483933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1524041513" sldId="214748393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180234444" sldId="214748393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98133459" sldId="2147483936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3052949832" sldId="2147483937"/>
          </pc:sldLayoutMkLst>
        </pc:sldLayoutChg>
        <pc:sldLayoutChg chg="add del mod replId">
          <pc:chgData name="Samuel Pelage" userId="54db4591437a0f12" providerId="Windows Live" clId="Web-{28018C0E-86EF-444E-8799-BC740845E7EE}" dt="2024-09-19T01:23:17.996" v="313"/>
          <pc:sldLayoutMkLst>
            <pc:docMk/>
            <pc:sldMasterMk cId="48690089" sldId="2147483921"/>
            <pc:sldLayoutMk cId="360163754" sldId="2147483938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1:23:30.168" v="314"/>
        <pc:sldMasterMkLst>
          <pc:docMk/>
          <pc:sldMasterMk cId="2530278643" sldId="2147483939"/>
        </pc:sldMasterMkLst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616262420" sldId="2147483940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2224110815" sldId="2147483941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759940423" sldId="2147483942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684908223" sldId="2147483943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1162986284" sldId="214748394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1856364845" sldId="214748394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2564443461" sldId="2147483946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1054706785" sldId="2147483947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2682194366" sldId="2147483948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3515369234" sldId="2147483949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1574826489" sldId="2147483950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758972716" sldId="2147483951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3305964987" sldId="2147483952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199773457" sldId="2147483953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4076899094" sldId="2147483954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3937618499" sldId="2147483955"/>
          </pc:sldLayoutMkLst>
        </pc:sldLayoutChg>
        <pc:sldLayoutChg chg="add del mod replId">
          <pc:chgData name="Samuel Pelage" userId="54db4591437a0f12" providerId="Windows Live" clId="Web-{28018C0E-86EF-444E-8799-BC740845E7EE}" dt="2024-09-19T01:23:30.168" v="314"/>
          <pc:sldLayoutMkLst>
            <pc:docMk/>
            <pc:sldMasterMk cId="2530278643" sldId="2147483939"/>
            <pc:sldLayoutMk cId="3796200458" sldId="2147483956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2:03:25.743" v="319"/>
        <pc:sldMasterMkLst>
          <pc:docMk/>
          <pc:sldMasterMk cId="2756458465" sldId="2147483957"/>
        </pc:sldMasterMkLst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3806784113" sldId="2147483958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2377835808" sldId="2147483959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2545917258" sldId="2147483960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4183660193" sldId="2147483961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1529055393" sldId="2147483962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3334960875" sldId="2147483963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4043321838" sldId="2147483964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51012347" sldId="2147483965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1439825733" sldId="2147483966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4150183719" sldId="2147483967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2575109921" sldId="2147483968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4146727493" sldId="2147483969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1561176300" sldId="2147483970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4022670868" sldId="2147483971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1717972808" sldId="2147483972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1018236331" sldId="2147483973"/>
          </pc:sldLayoutMkLst>
        </pc:sldLayoutChg>
        <pc:sldLayoutChg chg="add del mod replId">
          <pc:chgData name="Samuel Pelage" userId="54db4591437a0f12" providerId="Windows Live" clId="Web-{28018C0E-86EF-444E-8799-BC740845E7EE}" dt="2024-09-19T02:03:25.743" v="319"/>
          <pc:sldLayoutMkLst>
            <pc:docMk/>
            <pc:sldMasterMk cId="2756458465" sldId="2147483957"/>
            <pc:sldLayoutMk cId="343447524" sldId="2147483974"/>
          </pc:sldLayoutMkLst>
        </pc:sldLayoutChg>
      </pc:sldMasterChg>
      <pc:sldMasterChg chg="add del addSldLayout delSldLayout modSldLayout">
        <pc:chgData name="Samuel Pelage" userId="54db4591437a0f12" providerId="Windows Live" clId="Web-{28018C0E-86EF-444E-8799-BC740845E7EE}" dt="2024-09-19T02:03:34.556" v="320"/>
        <pc:sldMasterMkLst>
          <pc:docMk/>
          <pc:sldMasterMk cId="1605031406" sldId="2147483975"/>
        </pc:sldMasterMkLst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1517790854" sldId="2147483976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1634946064" sldId="2147483977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410619493" sldId="2147483978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246000447" sldId="2147483979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44668737" sldId="2147483980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524948630" sldId="2147483981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386662758" sldId="2147483982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379781381" sldId="2147483983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1006684473" sldId="2147483984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784986146" sldId="2147483985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2360308124" sldId="2147483986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631535934" sldId="2147483987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4287432842" sldId="2147483988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1884704730" sldId="2147483989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305834769" sldId="2147483990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3386267729" sldId="2147483991"/>
          </pc:sldLayoutMkLst>
        </pc:sldLayoutChg>
        <pc:sldLayoutChg chg="add del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1605031406" sldId="2147483975"/>
            <pc:sldLayoutMk cId="1655567309" sldId="2147483992"/>
          </pc:sldLayoutMkLst>
        </pc:sldLayoutChg>
      </pc:sldMasterChg>
      <pc:sldMasterChg chg="add addSldLayout modSldLayout">
        <pc:chgData name="Samuel Pelage" userId="54db4591437a0f12" providerId="Windows Live" clId="Web-{28018C0E-86EF-444E-8799-BC740845E7EE}" dt="2024-09-19T02:03:34.556" v="320"/>
        <pc:sldMasterMkLst>
          <pc:docMk/>
          <pc:sldMasterMk cId="3969675675" sldId="2147483993"/>
        </pc:sldMasterMkLst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510563327" sldId="2147483994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837663125" sldId="2147483995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826660243" sldId="2147483996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022478455" sldId="2147483997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672901181" sldId="2147483998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765439555" sldId="2147483999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784706803" sldId="2147484000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2839037825" sldId="2147484001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044583656" sldId="2147484002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945730226" sldId="2147484003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891181916" sldId="2147484004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052509960" sldId="2147484005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295392902" sldId="2147484006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1678550512" sldId="2147484007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2452882104" sldId="2147484008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3339701401" sldId="2147484009"/>
          </pc:sldLayoutMkLst>
        </pc:sldLayoutChg>
        <pc:sldLayoutChg chg="add mod replId">
          <pc:chgData name="Samuel Pelage" userId="54db4591437a0f12" providerId="Windows Live" clId="Web-{28018C0E-86EF-444E-8799-BC740845E7EE}" dt="2024-09-19T02:03:34.556" v="320"/>
          <pc:sldLayoutMkLst>
            <pc:docMk/>
            <pc:sldMasterMk cId="3969675675" sldId="2147483993"/>
            <pc:sldLayoutMk cId="2540190109" sldId="2147484010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609601"/>
            <a:ext cx="8676222" cy="3200400"/>
          </a:xfrm>
        </p:spPr>
        <p:txBody>
          <a:bodyPr anchor="b">
            <a:normAutofit/>
          </a:bodyPr>
          <a:lstStyle>
            <a:lvl1pPr algn="ctr">
              <a:defRPr sz="4800">
                <a:effectLst>
                  <a:glow rad="38100">
                    <a:schemeClr val="bg1">
                      <a:lumMod val="65000"/>
                      <a:lumOff val="35000"/>
                      <a:alpha val="50000"/>
                    </a:schemeClr>
                  </a:glow>
                  <a:outerShdw blurRad="28575" dist="31750" dir="132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76222" cy="1905000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633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6631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51013" y="3308581"/>
            <a:ext cx="8686800" cy="1468800"/>
          </a:xfrm>
        </p:spPr>
        <p:txBody>
          <a:bodyPr anchor="b"/>
          <a:lstStyle>
            <a:lvl1pPr algn="r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51011" y="4777381"/>
            <a:ext cx="8686801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660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2" y="2666999"/>
            <a:ext cx="4876800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0612" y="2667000"/>
            <a:ext cx="4876800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478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29280" y="2658533"/>
            <a:ext cx="4588931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2" y="3243262"/>
            <a:ext cx="4876800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43133" y="2667000"/>
            <a:ext cx="4604280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0612" y="3243262"/>
            <a:ext cx="4876801" cy="2547937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9011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4395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706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3549121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03812" y="609601"/>
            <a:ext cx="5943601" cy="51816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3549121" cy="1828800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9037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600200"/>
            <a:ext cx="5334001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33733" y="-18288"/>
            <a:ext cx="3276599" cy="6903720"/>
          </a:xfr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080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2971800"/>
            <a:ext cx="5334001" cy="1828800"/>
          </a:xfrm>
        </p:spPr>
        <p:txBody>
          <a:bodyPr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399212" y="5883275"/>
            <a:ext cx="914400" cy="3651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41412" y="5883275"/>
            <a:ext cx="51054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42612" y="5883275"/>
            <a:ext cx="3225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4583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4732865"/>
            <a:ext cx="99060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796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3" y="5299603"/>
            <a:ext cx="9906000" cy="4937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7302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3124199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1819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25099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3308581"/>
            <a:ext cx="9906000" cy="14688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0" y="4777381"/>
            <a:ext cx="9906001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3929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836612" y="7868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>
                <a:solidFill>
                  <a:schemeClr val="accent1"/>
                </a:solidFill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437812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accent1"/>
                </a:solidFill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609601"/>
            <a:ext cx="9296398" cy="2743199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886200"/>
            <a:ext cx="9906000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accent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775200"/>
            <a:ext cx="9906000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85505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2" y="609601"/>
            <a:ext cx="9905999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41412" y="3505200"/>
            <a:ext cx="99060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all" dirty="0">
                <a:ln w="3175" cmpd="sng">
                  <a:noFill/>
                </a:ln>
                <a:solidFill>
                  <a:schemeClr val="tx1"/>
                </a:solidFill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343400"/>
            <a:ext cx="9906000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288210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97014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609599"/>
            <a:ext cx="2210514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2" y="609600"/>
            <a:ext cx="7543800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190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3" y="2666999"/>
            <a:ext cx="9905998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</a:t>
            </a:r>
          </a:p>
          <a:p>
            <a:pPr lvl="6"/>
            <a:r>
              <a:rPr lang="en-US"/>
              <a:t>Seven</a:t>
            </a:r>
          </a:p>
          <a:p>
            <a:pPr lvl="7"/>
            <a:r>
              <a:rPr lang="en-US"/>
              <a:t>Eight</a:t>
            </a:r>
          </a:p>
          <a:p>
            <a:pPr lvl="8"/>
            <a:r>
              <a:rPr lang="en-US"/>
              <a:t>nine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37612" y="5883275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10/6/2024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2" y="5883275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2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i="0">
                <a:solidFill>
                  <a:schemeClr val="tx1">
                    <a:lumMod val="75000"/>
                  </a:schemeClr>
                </a:solidFill>
                <a:effectLst>
                  <a:outerShdw blurRad="50800" dist="38100" dir="2700000" algn="tl" rotWithShape="0">
                    <a:srgbClr val="000000">
                      <a:alpha val="43000"/>
                    </a:srgbClr>
                  </a:outerShdw>
                </a:effectLst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75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94" r:id="rId1"/>
    <p:sldLayoutId id="2147483995" r:id="rId2"/>
    <p:sldLayoutId id="2147483996" r:id="rId3"/>
    <p:sldLayoutId id="2147483997" r:id="rId4"/>
    <p:sldLayoutId id="2147483998" r:id="rId5"/>
    <p:sldLayoutId id="2147483999" r:id="rId6"/>
    <p:sldLayoutId id="2147484000" r:id="rId7"/>
    <p:sldLayoutId id="2147484001" r:id="rId8"/>
    <p:sldLayoutId id="2147484002" r:id="rId9"/>
    <p:sldLayoutId id="2147484003" r:id="rId10"/>
    <p:sldLayoutId id="2147484004" r:id="rId11"/>
    <p:sldLayoutId id="2147484005" r:id="rId12"/>
    <p:sldLayoutId id="2147484006" r:id="rId13"/>
    <p:sldLayoutId id="2147484007" r:id="rId14"/>
    <p:sldLayoutId id="2147484008" r:id="rId15"/>
    <p:sldLayoutId id="2147484009" r:id="rId16"/>
    <p:sldLayoutId id="2147484010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accent1"/>
          </a:solidFill>
          <a:effectLst>
            <a:glow rad="38100">
              <a:schemeClr val="bg1">
                <a:lumMod val="65000"/>
                <a:lumOff val="35000"/>
                <a:alpha val="40000"/>
              </a:schemeClr>
            </a:glow>
            <a:outerShdw blurRad="28575" dist="38100" dir="1404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20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8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6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4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00000"/>
        <a:buFont typeface="Arial"/>
        <a:buChar char="•"/>
        <a:defRPr sz="1200" kern="1200" cap="small">
          <a:solidFill>
            <a:schemeClr val="tx1"/>
          </a:solidFill>
          <a:effectLst>
            <a:glow rad="38100">
              <a:schemeClr val="bg1">
                <a:lumMod val="50000"/>
                <a:lumOff val="50000"/>
                <a:alpha val="20000"/>
              </a:schemeClr>
            </a:glow>
            <a:outerShdw blurRad="44450" dist="12700" dir="13860000" algn="tl" rotWithShape="0">
              <a:srgbClr val="000000">
                <a:alpha val="20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E7B8B1E-A2A0-7F0E-E5BA-F9FF526DCB5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29612" y="1013984"/>
            <a:ext cx="10183652" cy="3260635"/>
          </a:xfrm>
          <a:noFill/>
          <a:ln>
            <a:solidFill>
              <a:schemeClr val="tx1"/>
            </a:solidFill>
          </a:ln>
        </p:spPr>
        <p:txBody>
          <a:bodyPr/>
          <a:lstStyle/>
          <a:p>
            <a:r>
              <a:rPr lang="fr-FR" sz="4800"/>
              <a:t>METTEZ EN PLACE ET DOCUMENTEZ LE RESEAU LOCAL D'UNE STARTUP</a:t>
            </a:r>
          </a:p>
        </p:txBody>
      </p:sp>
    </p:spTree>
    <p:extLst>
      <p:ext uri="{BB962C8B-B14F-4D97-AF65-F5344CB8AC3E}">
        <p14:creationId xmlns:p14="http://schemas.microsoft.com/office/powerpoint/2010/main" val="98682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711BA62-39DA-C981-07D0-C89229CD55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4800"/>
              <a:t>Sommaire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8DDF469-36BB-CDD4-A731-637525FF90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sz="3600"/>
              <a:t>Schéma physique</a:t>
            </a:r>
            <a:endParaRPr lang="fr-FR" sz="36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fr-FR" sz="3600"/>
              <a:t>Schéma logique</a:t>
            </a:r>
            <a:endParaRPr lang="fr-FR" sz="36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  <a:p>
            <a:r>
              <a:rPr lang="fr-FR" sz="3600"/>
              <a:t>Plan d'adressage</a:t>
            </a:r>
            <a:endParaRPr lang="fr-FR" sz="3600">
              <a:effectLst>
                <a:glow rad="38100">
                  <a:prstClr val="black">
                    <a:lumMod val="50000"/>
                    <a:lumOff val="50000"/>
                    <a:alpha val="20000"/>
                  </a:prstClr>
                </a:glow>
                <a:outerShdw blurRad="44450" dist="12700" dir="13860000" algn="tl" rotWithShape="0">
                  <a:srgbClr val="000000">
                    <a:alpha val="20000"/>
                  </a:srgbClr>
                </a:outerShdw>
              </a:effectLst>
            </a:endParaRP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04B51-F05E-C12D-94DC-B27B1E2A0C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84E575-283F-4EAD-B3D7-42EDB44A92ED}" type="datetime1">
              <a:t>10/6/2024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271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6EE200-1E1D-F4A8-6E6B-F944AC272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32" y="4175"/>
            <a:ext cx="10062573" cy="1905000"/>
          </a:xfrm>
        </p:spPr>
        <p:txBody>
          <a:bodyPr/>
          <a:lstStyle/>
          <a:p>
            <a:r>
              <a:rPr lang="fr-FR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Schéma physique</a:t>
            </a:r>
            <a:endParaRPr lang="fr-FR"/>
          </a:p>
        </p:txBody>
      </p:sp>
      <p:pic>
        <p:nvPicPr>
          <p:cNvPr id="6" name="Espace réservé du contenu 5" descr="Une image contenant texte, diagramme, Plan, ligne&#10;&#10;Description générée automatiquement">
            <a:extLst>
              <a:ext uri="{FF2B5EF4-FFF2-40B4-BE49-F238E27FC236}">
                <a16:creationId xmlns:a16="http://schemas.microsoft.com/office/drawing/2014/main" id="{557832E0-532E-09BC-DB8F-C264C57FF6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21043" y="8964"/>
            <a:ext cx="8080172" cy="6849034"/>
          </a:xfrm>
        </p:spPr>
      </p:pic>
    </p:spTree>
    <p:extLst>
      <p:ext uri="{BB962C8B-B14F-4D97-AF65-F5344CB8AC3E}">
        <p14:creationId xmlns:p14="http://schemas.microsoft.com/office/powerpoint/2010/main" val="2484089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ABD982D-F034-0E12-7E61-D78FA47D8F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1894" y="1929"/>
            <a:ext cx="9905998" cy="1905000"/>
          </a:xfrm>
        </p:spPr>
        <p:txBody>
          <a:bodyPr/>
          <a:lstStyle/>
          <a:p>
            <a:r>
              <a:rPr lang="fr-FR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Schéma LOGIQUE</a:t>
            </a:r>
            <a:endParaRPr lang="fr-FR"/>
          </a:p>
        </p:txBody>
      </p:sp>
      <p:pic>
        <p:nvPicPr>
          <p:cNvPr id="12" name="Espace réservé du contenu 11" descr="Une image contenant texte, capture d’écran, diagramme, ligne&#10;&#10;Description générée automatiquement">
            <a:extLst>
              <a:ext uri="{FF2B5EF4-FFF2-40B4-BE49-F238E27FC236}">
                <a16:creationId xmlns:a16="http://schemas.microsoft.com/office/drawing/2014/main" id="{723C6AAA-1B7D-9F04-F885-D7F3C85FC5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1" y="-2242"/>
            <a:ext cx="7937212" cy="6860241"/>
          </a:xfrm>
        </p:spPr>
      </p:pic>
    </p:spTree>
    <p:extLst>
      <p:ext uri="{BB962C8B-B14F-4D97-AF65-F5344CB8AC3E}">
        <p14:creationId xmlns:p14="http://schemas.microsoft.com/office/powerpoint/2010/main" val="381111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0C02D1C-013C-51BA-5AD5-A52D5FB33A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515655"/>
            <a:ext cx="9905998" cy="1905000"/>
          </a:xfrm>
        </p:spPr>
        <p:txBody>
          <a:bodyPr/>
          <a:lstStyle/>
          <a:p>
            <a:r>
              <a:rPr lang="fr-FR">
                <a:effectLst>
                  <a:glow rad="38100">
                    <a:prstClr val="black">
                      <a:lumMod val="65000"/>
                      <a:lumOff val="35000"/>
                      <a:alpha val="40000"/>
                    </a:prst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rPr>
              <a:t>PLAN D'ADRESSAGE</a:t>
            </a:r>
            <a:endParaRPr lang="fr-FR"/>
          </a:p>
        </p:txBody>
      </p:sp>
      <p:pic>
        <p:nvPicPr>
          <p:cNvPr id="6" name="Espace réservé du contenu 5" descr="Une image contenant texte, capture d’écran, nombre, Police&#10;&#10;Description générée automatiquement">
            <a:extLst>
              <a:ext uri="{FF2B5EF4-FFF2-40B4-BE49-F238E27FC236}">
                <a16:creationId xmlns:a16="http://schemas.microsoft.com/office/drawing/2014/main" id="{FEE85EC7-23CF-AACC-4298-1FAA4D28CB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470" y="2033455"/>
            <a:ext cx="12057529" cy="3648210"/>
          </a:xfrm>
        </p:spPr>
      </p:pic>
    </p:spTree>
    <p:extLst>
      <p:ext uri="{BB962C8B-B14F-4D97-AF65-F5344CB8AC3E}">
        <p14:creationId xmlns:p14="http://schemas.microsoft.com/office/powerpoint/2010/main" val="318492076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sh">
  <a:themeElements>
    <a:clrScheme name="Mesh">
      <a:dk1>
        <a:sysClr val="windowText" lastClr="000000"/>
      </a:dk1>
      <a:lt1>
        <a:sysClr val="window" lastClr="FFFFFF"/>
      </a:lt1>
      <a:dk2>
        <a:srgbClr val="363D46"/>
      </a:dk2>
      <a:lt2>
        <a:srgbClr val="EBEBEB"/>
      </a:lt2>
      <a:accent1>
        <a:srgbClr val="F4B54B"/>
      </a:accent1>
      <a:accent2>
        <a:srgbClr val="A2C84E"/>
      </a:accent2>
      <a:accent3>
        <a:srgbClr val="4BC298"/>
      </a:accent3>
      <a:accent4>
        <a:srgbClr val="4CB5D3"/>
      </a:accent4>
      <a:accent5>
        <a:srgbClr val="9167E3"/>
      </a:accent5>
      <a:accent6>
        <a:srgbClr val="E05073"/>
      </a:accent6>
      <a:hlink>
        <a:srgbClr val="E19520"/>
      </a:hlink>
      <a:folHlink>
        <a:srgbClr val="E8B15D"/>
      </a:folHlink>
    </a:clrScheme>
    <a:fontScheme name="Mesh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Mesh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84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50800" dist="25400" dir="13500000">
              <a:srgbClr val="000000">
                <a:alpha val="5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25400" h="25400" prst="slope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28000"/>
                <a:satMod val="94000"/>
                <a:lumMod val="20000"/>
              </a:schemeClr>
              <a:schemeClr val="phClr">
                <a:tint val="94000"/>
                <a:shade val="84000"/>
                <a:satMod val="148000"/>
                <a:lumMod val="11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sh" id="{789EC3FE-34FD-429C-9918-760025E6C145}" vid="{DD1DAD52-B525-46B5-8E87-60EE23581B9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5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Mesh</vt:lpstr>
      <vt:lpstr>METTEZ EN PLACE ET DOCUMENTEZ LE RESEAU LOCAL D'UNE STARTUP</vt:lpstr>
      <vt:lpstr>Sommaire</vt:lpstr>
      <vt:lpstr>Schéma physique</vt:lpstr>
      <vt:lpstr>Schéma LOGIQUE</vt:lpstr>
      <vt:lpstr>PLAN D'ADRESSAGE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/>
  <cp:revision>1</cp:revision>
  <dcterms:created xsi:type="dcterms:W3CDTF">2024-09-05T00:32:11Z</dcterms:created>
  <dcterms:modified xsi:type="dcterms:W3CDTF">2024-10-06T16:57:11Z</dcterms:modified>
</cp:coreProperties>
</file>